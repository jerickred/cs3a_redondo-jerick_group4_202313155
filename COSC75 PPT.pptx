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Solway" charset="1" panose="00000500000000000000"/>
      <p:regular r:id="rId37"/>
    </p:embeddedFont>
    <p:embeddedFont>
      <p:font typeface="Lilita One" charset="1" panose="0200000000000000000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20051">
            <a:off x="435396" y="2682575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135709">
            <a:off x="13918364" y="-1725284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23083" y="1028700"/>
            <a:ext cx="13841835" cy="8229600"/>
          </a:xfrm>
          <a:custGeom>
            <a:avLst/>
            <a:gdLst/>
            <a:ahLst/>
            <a:cxnLst/>
            <a:rect r="r" b="b" t="t" l="l"/>
            <a:pathLst>
              <a:path h="8229600" w="13841835">
                <a:moveTo>
                  <a:pt x="0" y="0"/>
                </a:moveTo>
                <a:lnTo>
                  <a:pt x="13841834" y="0"/>
                </a:lnTo>
                <a:lnTo>
                  <a:pt x="1384183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100915" y="2057400"/>
            <a:ext cx="10116605" cy="5756858"/>
            <a:chOff x="0" y="0"/>
            <a:chExt cx="2664456" cy="15162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64456" cy="1516209"/>
            </a:xfrm>
            <a:custGeom>
              <a:avLst/>
              <a:gdLst/>
              <a:ahLst/>
              <a:cxnLst/>
              <a:rect r="r" b="b" t="t" l="l"/>
              <a:pathLst>
                <a:path h="1516209" w="2664456">
                  <a:moveTo>
                    <a:pt x="0" y="0"/>
                  </a:moveTo>
                  <a:lnTo>
                    <a:pt x="2664456" y="0"/>
                  </a:lnTo>
                  <a:lnTo>
                    <a:pt x="2664456" y="1516209"/>
                  </a:lnTo>
                  <a:lnTo>
                    <a:pt x="0" y="15162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664456" cy="1554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1513550" y="0"/>
            <a:ext cx="3403258" cy="4435525"/>
          </a:xfrm>
          <a:custGeom>
            <a:avLst/>
            <a:gdLst/>
            <a:ahLst/>
            <a:cxnLst/>
            <a:rect r="r" b="b" t="t" l="l"/>
            <a:pathLst>
              <a:path h="4435525" w="3403258">
                <a:moveTo>
                  <a:pt x="0" y="0"/>
                </a:moveTo>
                <a:lnTo>
                  <a:pt x="3403258" y="0"/>
                </a:lnTo>
                <a:lnTo>
                  <a:pt x="3403258" y="4435525"/>
                </a:lnTo>
                <a:lnTo>
                  <a:pt x="0" y="4435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6343638" y="2785248"/>
            <a:ext cx="2825580" cy="6046961"/>
          </a:xfrm>
          <a:custGeom>
            <a:avLst/>
            <a:gdLst/>
            <a:ahLst/>
            <a:cxnLst/>
            <a:rect r="r" b="b" t="t" l="l"/>
            <a:pathLst>
              <a:path h="6046961" w="2825580">
                <a:moveTo>
                  <a:pt x="0" y="6046961"/>
                </a:moveTo>
                <a:lnTo>
                  <a:pt x="2825580" y="6046961"/>
                </a:lnTo>
                <a:lnTo>
                  <a:pt x="2825580" y="0"/>
                </a:lnTo>
                <a:lnTo>
                  <a:pt x="0" y="0"/>
                </a:lnTo>
                <a:lnTo>
                  <a:pt x="0" y="6046961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5808728"/>
            <a:ext cx="1329969" cy="1317187"/>
          </a:xfrm>
          <a:custGeom>
            <a:avLst/>
            <a:gdLst/>
            <a:ahLst/>
            <a:cxnLst/>
            <a:rect r="r" b="b" t="t" l="l"/>
            <a:pathLst>
              <a:path h="1317187" w="1329969">
                <a:moveTo>
                  <a:pt x="0" y="0"/>
                </a:moveTo>
                <a:lnTo>
                  <a:pt x="1329969" y="0"/>
                </a:lnTo>
                <a:lnTo>
                  <a:pt x="1329969" y="1317188"/>
                </a:lnTo>
                <a:lnTo>
                  <a:pt x="0" y="13171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444882" b="-318129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673930" y="6448272"/>
            <a:ext cx="6940140" cy="1281430"/>
            <a:chOff x="0" y="0"/>
            <a:chExt cx="1754794" cy="3240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54794" cy="324006"/>
            </a:xfrm>
            <a:custGeom>
              <a:avLst/>
              <a:gdLst/>
              <a:ahLst/>
              <a:cxnLst/>
              <a:rect r="r" b="b" t="t" l="l"/>
              <a:pathLst>
                <a:path h="324006" w="1754794">
                  <a:moveTo>
                    <a:pt x="111553" y="0"/>
                  </a:moveTo>
                  <a:lnTo>
                    <a:pt x="1643241" y="0"/>
                  </a:lnTo>
                  <a:cubicBezTo>
                    <a:pt x="1672827" y="0"/>
                    <a:pt x="1701201" y="11753"/>
                    <a:pt x="1722121" y="32673"/>
                  </a:cubicBezTo>
                  <a:cubicBezTo>
                    <a:pt x="1743041" y="53593"/>
                    <a:pt x="1754794" y="81967"/>
                    <a:pt x="1754794" y="111553"/>
                  </a:cubicBezTo>
                  <a:lnTo>
                    <a:pt x="1754794" y="212453"/>
                  </a:lnTo>
                  <a:cubicBezTo>
                    <a:pt x="1754794" y="242039"/>
                    <a:pt x="1743041" y="270413"/>
                    <a:pt x="1722121" y="291333"/>
                  </a:cubicBezTo>
                  <a:cubicBezTo>
                    <a:pt x="1701201" y="312253"/>
                    <a:pt x="1672827" y="324006"/>
                    <a:pt x="1643241" y="324006"/>
                  </a:cubicBezTo>
                  <a:lnTo>
                    <a:pt x="111553" y="324006"/>
                  </a:lnTo>
                  <a:cubicBezTo>
                    <a:pt x="81967" y="324006"/>
                    <a:pt x="53593" y="312253"/>
                    <a:pt x="32673" y="291333"/>
                  </a:cubicBezTo>
                  <a:cubicBezTo>
                    <a:pt x="11753" y="270413"/>
                    <a:pt x="0" y="242039"/>
                    <a:pt x="0" y="212453"/>
                  </a:cubicBezTo>
                  <a:lnTo>
                    <a:pt x="0" y="111553"/>
                  </a:lnTo>
                  <a:cubicBezTo>
                    <a:pt x="0" y="81967"/>
                    <a:pt x="11753" y="53593"/>
                    <a:pt x="32673" y="32673"/>
                  </a:cubicBezTo>
                  <a:cubicBezTo>
                    <a:pt x="53593" y="11753"/>
                    <a:pt x="81967" y="0"/>
                    <a:pt x="111553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754794" cy="381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Improving Library Operations Through MIS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283805" y="2462689"/>
            <a:ext cx="7720391" cy="259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8"/>
              </a:lnSpc>
            </a:pPr>
            <a:r>
              <a:rPr lang="en-US" sz="10887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LIBRARY</a:t>
            </a:r>
          </a:p>
          <a:p>
            <a:pPr algn="ctr">
              <a:lnSpc>
                <a:spcPts val="9798"/>
              </a:lnSpc>
            </a:pPr>
            <a:r>
              <a:rPr lang="en-US" sz="10887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MIS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816796" y="4935829"/>
            <a:ext cx="927565" cy="92756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531529" y="2321465"/>
            <a:ext cx="927565" cy="92756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01832">
            <a:off x="13235918" y="352838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7" y="0"/>
                </a:lnTo>
                <a:lnTo>
                  <a:pt x="3846547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37195" y="4625363"/>
            <a:ext cx="4735143" cy="3516404"/>
            <a:chOff x="0" y="0"/>
            <a:chExt cx="1197267" cy="8891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97267" cy="889112"/>
            </a:xfrm>
            <a:custGeom>
              <a:avLst/>
              <a:gdLst/>
              <a:ahLst/>
              <a:cxnLst/>
              <a:rect r="r" b="b" t="t" l="l"/>
              <a:pathLst>
                <a:path h="889112" w="1197267">
                  <a:moveTo>
                    <a:pt x="49050" y="0"/>
                  </a:moveTo>
                  <a:lnTo>
                    <a:pt x="1148217" y="0"/>
                  </a:lnTo>
                  <a:cubicBezTo>
                    <a:pt x="1161226" y="0"/>
                    <a:pt x="1173702" y="5168"/>
                    <a:pt x="1182901" y="14366"/>
                  </a:cubicBezTo>
                  <a:cubicBezTo>
                    <a:pt x="1192099" y="23565"/>
                    <a:pt x="1197267" y="36041"/>
                    <a:pt x="1197267" y="49050"/>
                  </a:cubicBezTo>
                  <a:lnTo>
                    <a:pt x="1197267" y="840063"/>
                  </a:lnTo>
                  <a:cubicBezTo>
                    <a:pt x="1197267" y="867152"/>
                    <a:pt x="1175307" y="889112"/>
                    <a:pt x="1148217" y="889112"/>
                  </a:cubicBezTo>
                  <a:lnTo>
                    <a:pt x="49050" y="889112"/>
                  </a:lnTo>
                  <a:cubicBezTo>
                    <a:pt x="21960" y="889112"/>
                    <a:pt x="0" y="867152"/>
                    <a:pt x="0" y="840063"/>
                  </a:cubicBezTo>
                  <a:lnTo>
                    <a:pt x="0" y="49050"/>
                  </a:lnTo>
                  <a:cubicBezTo>
                    <a:pt x="0" y="21960"/>
                    <a:pt x="21960" y="0"/>
                    <a:pt x="4905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197267" cy="955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887688" y="4215641"/>
            <a:ext cx="3034157" cy="819444"/>
            <a:chOff x="0" y="0"/>
            <a:chExt cx="767178" cy="2071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7178" cy="207194"/>
            </a:xfrm>
            <a:custGeom>
              <a:avLst/>
              <a:gdLst/>
              <a:ahLst/>
              <a:cxnLst/>
              <a:rect r="r" b="b" t="t" l="l"/>
              <a:pathLst>
                <a:path h="207194" w="767178">
                  <a:moveTo>
                    <a:pt x="76548" y="0"/>
                  </a:moveTo>
                  <a:lnTo>
                    <a:pt x="690630" y="0"/>
                  </a:lnTo>
                  <a:cubicBezTo>
                    <a:pt x="732906" y="0"/>
                    <a:pt x="767178" y="34272"/>
                    <a:pt x="767178" y="76548"/>
                  </a:cubicBezTo>
                  <a:lnTo>
                    <a:pt x="767178" y="130646"/>
                  </a:lnTo>
                  <a:cubicBezTo>
                    <a:pt x="767178" y="172923"/>
                    <a:pt x="732906" y="207194"/>
                    <a:pt x="690630" y="207194"/>
                  </a:cubicBezTo>
                  <a:lnTo>
                    <a:pt x="76548" y="207194"/>
                  </a:lnTo>
                  <a:cubicBezTo>
                    <a:pt x="34272" y="207194"/>
                    <a:pt x="0" y="172923"/>
                    <a:pt x="0" y="130646"/>
                  </a:cubicBezTo>
                  <a:lnTo>
                    <a:pt x="0" y="76548"/>
                  </a:lnTo>
                  <a:cubicBezTo>
                    <a:pt x="0" y="34272"/>
                    <a:pt x="34272" y="0"/>
                    <a:pt x="76548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67178" cy="273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Goal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3757539">
            <a:off x="-894573" y="-2332425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81100" y="1181100"/>
            <a:ext cx="4861006" cy="8077200"/>
            <a:chOff x="0" y="0"/>
            <a:chExt cx="1763720" cy="29306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5786" y="64262"/>
              <a:ext cx="1632148" cy="2817241"/>
            </a:xfrm>
            <a:custGeom>
              <a:avLst/>
              <a:gdLst/>
              <a:ahLst/>
              <a:cxnLst/>
              <a:rect r="r" b="b" t="t" l="l"/>
              <a:pathLst>
                <a:path h="2817241" w="1632148">
                  <a:moveTo>
                    <a:pt x="1543502" y="2817114"/>
                  </a:moveTo>
                  <a:lnTo>
                    <a:pt x="88646" y="2817114"/>
                  </a:lnTo>
                  <a:cubicBezTo>
                    <a:pt x="39751" y="2817114"/>
                    <a:pt x="0" y="2778760"/>
                    <a:pt x="0" y="2731516"/>
                  </a:cubicBezTo>
                  <a:lnTo>
                    <a:pt x="0" y="85598"/>
                  </a:lnTo>
                  <a:cubicBezTo>
                    <a:pt x="0" y="38354"/>
                    <a:pt x="39624" y="0"/>
                    <a:pt x="88646" y="0"/>
                  </a:cubicBezTo>
                  <a:cubicBezTo>
                    <a:pt x="88646" y="0"/>
                    <a:pt x="1543502" y="0"/>
                    <a:pt x="1543502" y="0"/>
                  </a:cubicBezTo>
                  <a:cubicBezTo>
                    <a:pt x="1592397" y="0"/>
                    <a:pt x="1632148" y="38354"/>
                    <a:pt x="1632148" y="85598"/>
                  </a:cubicBezTo>
                  <a:lnTo>
                    <a:pt x="1632148" y="2731643"/>
                  </a:lnTo>
                  <a:cubicBezTo>
                    <a:pt x="1632148" y="2778887"/>
                    <a:pt x="1592524" y="2817241"/>
                    <a:pt x="1543502" y="2817241"/>
                  </a:cubicBezTo>
                  <a:close/>
                </a:path>
              </a:pathLst>
            </a:custGeom>
            <a:blipFill>
              <a:blip r:embed="rId4"/>
              <a:stretch>
                <a:fillRect l="-6547" t="-2281" r="-6853" b="-2454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3593" cy="2930652"/>
            </a:xfrm>
            <a:custGeom>
              <a:avLst/>
              <a:gdLst/>
              <a:ahLst/>
              <a:cxnLst/>
              <a:rect r="r" b="b" t="t" l="l"/>
              <a:pathLst>
                <a:path h="2930652" w="1763593">
                  <a:moveTo>
                    <a:pt x="104013" y="2930652"/>
                  </a:moveTo>
                  <a:lnTo>
                    <a:pt x="1659580" y="2930652"/>
                  </a:lnTo>
                  <a:cubicBezTo>
                    <a:pt x="1716984" y="2930652"/>
                    <a:pt x="1763593" y="2884043"/>
                    <a:pt x="1763593" y="2826639"/>
                  </a:cubicBezTo>
                  <a:lnTo>
                    <a:pt x="1763593" y="104013"/>
                  </a:lnTo>
                  <a:cubicBezTo>
                    <a:pt x="1763720" y="46609"/>
                    <a:pt x="1717111" y="0"/>
                    <a:pt x="1659707" y="0"/>
                  </a:cubicBezTo>
                  <a:lnTo>
                    <a:pt x="104013" y="0"/>
                  </a:lnTo>
                  <a:cubicBezTo>
                    <a:pt x="46609" y="0"/>
                    <a:pt x="0" y="46609"/>
                    <a:pt x="0" y="104013"/>
                  </a:cubicBezTo>
                  <a:lnTo>
                    <a:pt x="0" y="2826639"/>
                  </a:lnTo>
                  <a:cubicBezTo>
                    <a:pt x="0" y="2884043"/>
                    <a:pt x="46609" y="2930652"/>
                    <a:pt x="104013" y="2930652"/>
                  </a:cubicBezTo>
                  <a:close/>
                  <a:moveTo>
                    <a:pt x="186817" y="82804"/>
                  </a:moveTo>
                  <a:lnTo>
                    <a:pt x="371983" y="82804"/>
                  </a:lnTo>
                  <a:cubicBezTo>
                    <a:pt x="429387" y="82804"/>
                    <a:pt x="475996" y="129413"/>
                    <a:pt x="475996" y="186817"/>
                  </a:cubicBezTo>
                  <a:lnTo>
                    <a:pt x="475996" y="324358"/>
                  </a:lnTo>
                  <a:cubicBezTo>
                    <a:pt x="475996" y="381762"/>
                    <a:pt x="522605" y="428371"/>
                    <a:pt x="580009" y="428371"/>
                  </a:cubicBezTo>
                  <a:lnTo>
                    <a:pt x="1183711" y="428371"/>
                  </a:lnTo>
                  <a:cubicBezTo>
                    <a:pt x="1241115" y="428371"/>
                    <a:pt x="1287724" y="381762"/>
                    <a:pt x="1287724" y="324358"/>
                  </a:cubicBezTo>
                  <a:lnTo>
                    <a:pt x="1287724" y="186817"/>
                  </a:lnTo>
                  <a:cubicBezTo>
                    <a:pt x="1287724" y="129413"/>
                    <a:pt x="1334333" y="82804"/>
                    <a:pt x="1391737" y="82804"/>
                  </a:cubicBezTo>
                  <a:lnTo>
                    <a:pt x="1576903" y="82804"/>
                  </a:lnTo>
                  <a:cubicBezTo>
                    <a:pt x="1634307" y="82804"/>
                    <a:pt x="1680916" y="129413"/>
                    <a:pt x="1680916" y="186817"/>
                  </a:cubicBezTo>
                  <a:lnTo>
                    <a:pt x="1680916" y="1605026"/>
                  </a:lnTo>
                  <a:cubicBezTo>
                    <a:pt x="1680916" y="1662430"/>
                    <a:pt x="1634307" y="1709039"/>
                    <a:pt x="1576903" y="1709039"/>
                  </a:cubicBezTo>
                  <a:lnTo>
                    <a:pt x="1057727" y="1709039"/>
                  </a:lnTo>
                  <a:cubicBezTo>
                    <a:pt x="1000323" y="1709039"/>
                    <a:pt x="953714" y="1755648"/>
                    <a:pt x="953714" y="1813052"/>
                  </a:cubicBezTo>
                  <a:lnTo>
                    <a:pt x="953714" y="2426843"/>
                  </a:lnTo>
                  <a:cubicBezTo>
                    <a:pt x="953714" y="2484247"/>
                    <a:pt x="907105" y="2530856"/>
                    <a:pt x="849701" y="2530856"/>
                  </a:cubicBezTo>
                  <a:lnTo>
                    <a:pt x="523875" y="2530856"/>
                  </a:lnTo>
                  <a:cubicBezTo>
                    <a:pt x="466471" y="2530856"/>
                    <a:pt x="419862" y="2577465"/>
                    <a:pt x="419862" y="2634869"/>
                  </a:cubicBezTo>
                  <a:lnTo>
                    <a:pt x="419862" y="2743708"/>
                  </a:lnTo>
                  <a:cubicBezTo>
                    <a:pt x="419862" y="2801112"/>
                    <a:pt x="373253" y="2847721"/>
                    <a:pt x="315849" y="2847721"/>
                  </a:cubicBezTo>
                  <a:lnTo>
                    <a:pt x="186944" y="2847721"/>
                  </a:lnTo>
                  <a:cubicBezTo>
                    <a:pt x="129540" y="2847721"/>
                    <a:pt x="82931" y="2801112"/>
                    <a:pt x="82931" y="2743708"/>
                  </a:cubicBezTo>
                  <a:lnTo>
                    <a:pt x="82931" y="186817"/>
                  </a:lnTo>
                  <a:cubicBezTo>
                    <a:pt x="82931" y="129413"/>
                    <a:pt x="129540" y="82804"/>
                    <a:pt x="186944" y="82804"/>
                  </a:cubicBezTo>
                  <a:close/>
                </a:path>
              </a:pathLst>
            </a:custGeom>
            <a:solidFill>
              <a:srgbClr val="24262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941035" y="4625363"/>
            <a:ext cx="4735143" cy="3516404"/>
            <a:chOff x="0" y="0"/>
            <a:chExt cx="1197267" cy="8891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97267" cy="889112"/>
            </a:xfrm>
            <a:custGeom>
              <a:avLst/>
              <a:gdLst/>
              <a:ahLst/>
              <a:cxnLst/>
              <a:rect r="r" b="b" t="t" l="l"/>
              <a:pathLst>
                <a:path h="889112" w="1197267">
                  <a:moveTo>
                    <a:pt x="49050" y="0"/>
                  </a:moveTo>
                  <a:lnTo>
                    <a:pt x="1148217" y="0"/>
                  </a:lnTo>
                  <a:cubicBezTo>
                    <a:pt x="1161226" y="0"/>
                    <a:pt x="1173702" y="5168"/>
                    <a:pt x="1182901" y="14366"/>
                  </a:cubicBezTo>
                  <a:cubicBezTo>
                    <a:pt x="1192099" y="23565"/>
                    <a:pt x="1197267" y="36041"/>
                    <a:pt x="1197267" y="49050"/>
                  </a:cubicBezTo>
                  <a:lnTo>
                    <a:pt x="1197267" y="840063"/>
                  </a:lnTo>
                  <a:cubicBezTo>
                    <a:pt x="1197267" y="867152"/>
                    <a:pt x="1175307" y="889112"/>
                    <a:pt x="1148217" y="889112"/>
                  </a:cubicBezTo>
                  <a:lnTo>
                    <a:pt x="49050" y="889112"/>
                  </a:lnTo>
                  <a:cubicBezTo>
                    <a:pt x="21960" y="889112"/>
                    <a:pt x="0" y="867152"/>
                    <a:pt x="0" y="840063"/>
                  </a:cubicBezTo>
                  <a:lnTo>
                    <a:pt x="0" y="49050"/>
                  </a:lnTo>
                  <a:cubicBezTo>
                    <a:pt x="0" y="21960"/>
                    <a:pt x="21960" y="0"/>
                    <a:pt x="4905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197267" cy="955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791528" y="4215641"/>
            <a:ext cx="3034157" cy="819444"/>
            <a:chOff x="0" y="0"/>
            <a:chExt cx="767178" cy="2071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7178" cy="207194"/>
            </a:xfrm>
            <a:custGeom>
              <a:avLst/>
              <a:gdLst/>
              <a:ahLst/>
              <a:cxnLst/>
              <a:rect r="r" b="b" t="t" l="l"/>
              <a:pathLst>
                <a:path h="207194" w="767178">
                  <a:moveTo>
                    <a:pt x="76548" y="0"/>
                  </a:moveTo>
                  <a:lnTo>
                    <a:pt x="690630" y="0"/>
                  </a:lnTo>
                  <a:cubicBezTo>
                    <a:pt x="732906" y="0"/>
                    <a:pt x="767178" y="34272"/>
                    <a:pt x="767178" y="76548"/>
                  </a:cubicBezTo>
                  <a:lnTo>
                    <a:pt x="767178" y="130646"/>
                  </a:lnTo>
                  <a:cubicBezTo>
                    <a:pt x="767178" y="172923"/>
                    <a:pt x="732906" y="207194"/>
                    <a:pt x="690630" y="207194"/>
                  </a:cubicBezTo>
                  <a:lnTo>
                    <a:pt x="76548" y="207194"/>
                  </a:lnTo>
                  <a:cubicBezTo>
                    <a:pt x="34272" y="207194"/>
                    <a:pt x="0" y="172923"/>
                    <a:pt x="0" y="130646"/>
                  </a:cubicBezTo>
                  <a:lnTo>
                    <a:pt x="0" y="76548"/>
                  </a:lnTo>
                  <a:cubicBezTo>
                    <a:pt x="0" y="34272"/>
                    <a:pt x="34272" y="0"/>
                    <a:pt x="76548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67178" cy="273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Definition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308556" y="1028700"/>
            <a:ext cx="927565" cy="92756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806719" y="7959156"/>
            <a:ext cx="1772367" cy="177236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807244" y="5349410"/>
            <a:ext cx="3195047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Reducing the time on searching books and the time in-time out in the library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08352" y="1740133"/>
            <a:ext cx="8460614" cy="2087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799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What is Library MIS?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11083" y="5695805"/>
            <a:ext cx="3195047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A system that helps library operations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384151" cy="138415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2632270">
            <a:off x="1628452" y="3259847"/>
            <a:ext cx="5052236" cy="13480390"/>
          </a:xfrm>
          <a:custGeom>
            <a:avLst/>
            <a:gdLst/>
            <a:ahLst/>
            <a:cxnLst/>
            <a:rect r="r" b="b" t="t" l="l"/>
            <a:pathLst>
              <a:path h="13480390" w="5052236">
                <a:moveTo>
                  <a:pt x="0" y="0"/>
                </a:moveTo>
                <a:lnTo>
                  <a:pt x="5052235" y="0"/>
                </a:lnTo>
                <a:lnTo>
                  <a:pt x="5052235" y="13480390"/>
                </a:lnTo>
                <a:lnTo>
                  <a:pt x="0" y="134803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808979" y="4807749"/>
            <a:ext cx="6747914" cy="1123184"/>
            <a:chOff x="0" y="0"/>
            <a:chExt cx="1706190" cy="2839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06190" cy="283994"/>
            </a:xfrm>
            <a:custGeom>
              <a:avLst/>
              <a:gdLst/>
              <a:ahLst/>
              <a:cxnLst/>
              <a:rect r="r" b="b" t="t" l="l"/>
              <a:pathLst>
                <a:path h="283994" w="1706190">
                  <a:moveTo>
                    <a:pt x="57365" y="0"/>
                  </a:moveTo>
                  <a:lnTo>
                    <a:pt x="1648825" y="0"/>
                  </a:lnTo>
                  <a:cubicBezTo>
                    <a:pt x="1680507" y="0"/>
                    <a:pt x="1706190" y="25683"/>
                    <a:pt x="1706190" y="57365"/>
                  </a:cubicBezTo>
                  <a:lnTo>
                    <a:pt x="1706190" y="226629"/>
                  </a:lnTo>
                  <a:cubicBezTo>
                    <a:pt x="1706190" y="258310"/>
                    <a:pt x="1680507" y="283994"/>
                    <a:pt x="1648825" y="283994"/>
                  </a:cubicBezTo>
                  <a:lnTo>
                    <a:pt x="57365" y="283994"/>
                  </a:lnTo>
                  <a:cubicBezTo>
                    <a:pt x="25683" y="283994"/>
                    <a:pt x="0" y="258310"/>
                    <a:pt x="0" y="226629"/>
                  </a:cubicBezTo>
                  <a:lnTo>
                    <a:pt x="0" y="57365"/>
                  </a:lnTo>
                  <a:cubicBezTo>
                    <a:pt x="0" y="25683"/>
                    <a:pt x="25683" y="0"/>
                    <a:pt x="57365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1706190" cy="236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731106" y="4807749"/>
            <a:ext cx="4945068" cy="1123184"/>
            <a:chOff x="0" y="0"/>
            <a:chExt cx="1250346" cy="2839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0346" cy="283994"/>
            </a:xfrm>
            <a:custGeom>
              <a:avLst/>
              <a:gdLst/>
              <a:ahLst/>
              <a:cxnLst/>
              <a:rect r="r" b="b" t="t" l="l"/>
              <a:pathLst>
                <a:path h="283994" w="1250346">
                  <a:moveTo>
                    <a:pt x="78279" y="0"/>
                  </a:moveTo>
                  <a:lnTo>
                    <a:pt x="1172067" y="0"/>
                  </a:lnTo>
                  <a:cubicBezTo>
                    <a:pt x="1192827" y="0"/>
                    <a:pt x="1212738" y="8247"/>
                    <a:pt x="1227418" y="22927"/>
                  </a:cubicBezTo>
                  <a:cubicBezTo>
                    <a:pt x="1242099" y="37608"/>
                    <a:pt x="1250346" y="57518"/>
                    <a:pt x="1250346" y="78279"/>
                  </a:cubicBezTo>
                  <a:lnTo>
                    <a:pt x="1250346" y="205715"/>
                  </a:lnTo>
                  <a:cubicBezTo>
                    <a:pt x="1250346" y="248947"/>
                    <a:pt x="1215299" y="283994"/>
                    <a:pt x="1172067" y="283994"/>
                  </a:cubicBezTo>
                  <a:lnTo>
                    <a:pt x="78279" y="283994"/>
                  </a:lnTo>
                  <a:cubicBezTo>
                    <a:pt x="57518" y="283994"/>
                    <a:pt x="37608" y="275747"/>
                    <a:pt x="22927" y="261066"/>
                  </a:cubicBezTo>
                  <a:cubicBezTo>
                    <a:pt x="8247" y="246386"/>
                    <a:pt x="0" y="226476"/>
                    <a:pt x="0" y="205715"/>
                  </a:cubicBezTo>
                  <a:lnTo>
                    <a:pt x="0" y="78279"/>
                  </a:lnTo>
                  <a:cubicBezTo>
                    <a:pt x="0" y="57518"/>
                    <a:pt x="8247" y="37608"/>
                    <a:pt x="22927" y="22927"/>
                  </a:cubicBezTo>
                  <a:cubicBezTo>
                    <a:pt x="37608" y="8247"/>
                    <a:pt x="57518" y="0"/>
                    <a:pt x="78279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1250346" cy="236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2799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Access to Information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08979" y="6020675"/>
            <a:ext cx="6747914" cy="1123184"/>
            <a:chOff x="0" y="0"/>
            <a:chExt cx="1706190" cy="2839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6190" cy="283994"/>
            </a:xfrm>
            <a:custGeom>
              <a:avLst/>
              <a:gdLst/>
              <a:ahLst/>
              <a:cxnLst/>
              <a:rect r="r" b="b" t="t" l="l"/>
              <a:pathLst>
                <a:path h="283994" w="1706190">
                  <a:moveTo>
                    <a:pt x="57365" y="0"/>
                  </a:moveTo>
                  <a:lnTo>
                    <a:pt x="1648825" y="0"/>
                  </a:lnTo>
                  <a:cubicBezTo>
                    <a:pt x="1680507" y="0"/>
                    <a:pt x="1706190" y="25683"/>
                    <a:pt x="1706190" y="57365"/>
                  </a:cubicBezTo>
                  <a:lnTo>
                    <a:pt x="1706190" y="226629"/>
                  </a:lnTo>
                  <a:cubicBezTo>
                    <a:pt x="1706190" y="258310"/>
                    <a:pt x="1680507" y="283994"/>
                    <a:pt x="1648825" y="283994"/>
                  </a:cubicBezTo>
                  <a:lnTo>
                    <a:pt x="57365" y="283994"/>
                  </a:lnTo>
                  <a:cubicBezTo>
                    <a:pt x="25683" y="283994"/>
                    <a:pt x="0" y="258310"/>
                    <a:pt x="0" y="226629"/>
                  </a:cubicBezTo>
                  <a:lnTo>
                    <a:pt x="0" y="57365"/>
                  </a:lnTo>
                  <a:cubicBezTo>
                    <a:pt x="0" y="25683"/>
                    <a:pt x="25683" y="0"/>
                    <a:pt x="57365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47625"/>
              <a:ext cx="1706190" cy="236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731106" y="6020675"/>
            <a:ext cx="4945068" cy="1123184"/>
            <a:chOff x="0" y="0"/>
            <a:chExt cx="1250346" cy="2839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0346" cy="283994"/>
            </a:xfrm>
            <a:custGeom>
              <a:avLst/>
              <a:gdLst/>
              <a:ahLst/>
              <a:cxnLst/>
              <a:rect r="r" b="b" t="t" l="l"/>
              <a:pathLst>
                <a:path h="283994" w="1250346">
                  <a:moveTo>
                    <a:pt x="78279" y="0"/>
                  </a:moveTo>
                  <a:lnTo>
                    <a:pt x="1172067" y="0"/>
                  </a:lnTo>
                  <a:cubicBezTo>
                    <a:pt x="1192827" y="0"/>
                    <a:pt x="1212738" y="8247"/>
                    <a:pt x="1227418" y="22927"/>
                  </a:cubicBezTo>
                  <a:cubicBezTo>
                    <a:pt x="1242099" y="37608"/>
                    <a:pt x="1250346" y="57518"/>
                    <a:pt x="1250346" y="78279"/>
                  </a:cubicBezTo>
                  <a:lnTo>
                    <a:pt x="1250346" y="205715"/>
                  </a:lnTo>
                  <a:cubicBezTo>
                    <a:pt x="1250346" y="248947"/>
                    <a:pt x="1215299" y="283994"/>
                    <a:pt x="1172067" y="283994"/>
                  </a:cubicBezTo>
                  <a:lnTo>
                    <a:pt x="78279" y="283994"/>
                  </a:lnTo>
                  <a:cubicBezTo>
                    <a:pt x="57518" y="283994"/>
                    <a:pt x="37608" y="275747"/>
                    <a:pt x="22927" y="261066"/>
                  </a:cubicBezTo>
                  <a:cubicBezTo>
                    <a:pt x="8247" y="246386"/>
                    <a:pt x="0" y="226476"/>
                    <a:pt x="0" y="205715"/>
                  </a:cubicBezTo>
                  <a:lnTo>
                    <a:pt x="0" y="78279"/>
                  </a:lnTo>
                  <a:cubicBezTo>
                    <a:pt x="0" y="57518"/>
                    <a:pt x="8247" y="37608"/>
                    <a:pt x="22927" y="22927"/>
                  </a:cubicBezTo>
                  <a:cubicBezTo>
                    <a:pt x="37608" y="8247"/>
                    <a:pt x="57518" y="0"/>
                    <a:pt x="78279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47625"/>
              <a:ext cx="1250346" cy="236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2799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Better managing informations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808979" y="7233601"/>
            <a:ext cx="6747914" cy="1123184"/>
            <a:chOff x="0" y="0"/>
            <a:chExt cx="1706190" cy="2839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06190" cy="283994"/>
            </a:xfrm>
            <a:custGeom>
              <a:avLst/>
              <a:gdLst/>
              <a:ahLst/>
              <a:cxnLst/>
              <a:rect r="r" b="b" t="t" l="l"/>
              <a:pathLst>
                <a:path h="283994" w="1706190">
                  <a:moveTo>
                    <a:pt x="57365" y="0"/>
                  </a:moveTo>
                  <a:lnTo>
                    <a:pt x="1648825" y="0"/>
                  </a:lnTo>
                  <a:cubicBezTo>
                    <a:pt x="1680507" y="0"/>
                    <a:pt x="1706190" y="25683"/>
                    <a:pt x="1706190" y="57365"/>
                  </a:cubicBezTo>
                  <a:lnTo>
                    <a:pt x="1706190" y="226629"/>
                  </a:lnTo>
                  <a:cubicBezTo>
                    <a:pt x="1706190" y="258310"/>
                    <a:pt x="1680507" y="283994"/>
                    <a:pt x="1648825" y="283994"/>
                  </a:cubicBezTo>
                  <a:lnTo>
                    <a:pt x="57365" y="283994"/>
                  </a:lnTo>
                  <a:cubicBezTo>
                    <a:pt x="25683" y="283994"/>
                    <a:pt x="0" y="258310"/>
                    <a:pt x="0" y="226629"/>
                  </a:cubicBezTo>
                  <a:lnTo>
                    <a:pt x="0" y="57365"/>
                  </a:lnTo>
                  <a:cubicBezTo>
                    <a:pt x="0" y="25683"/>
                    <a:pt x="25683" y="0"/>
                    <a:pt x="57365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47625"/>
              <a:ext cx="1706190" cy="236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731106" y="7233601"/>
            <a:ext cx="4945068" cy="1123184"/>
            <a:chOff x="0" y="0"/>
            <a:chExt cx="1250346" cy="28399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50346" cy="283994"/>
            </a:xfrm>
            <a:custGeom>
              <a:avLst/>
              <a:gdLst/>
              <a:ahLst/>
              <a:cxnLst/>
              <a:rect r="r" b="b" t="t" l="l"/>
              <a:pathLst>
                <a:path h="283994" w="1250346">
                  <a:moveTo>
                    <a:pt x="78279" y="0"/>
                  </a:moveTo>
                  <a:lnTo>
                    <a:pt x="1172067" y="0"/>
                  </a:lnTo>
                  <a:cubicBezTo>
                    <a:pt x="1192827" y="0"/>
                    <a:pt x="1212738" y="8247"/>
                    <a:pt x="1227418" y="22927"/>
                  </a:cubicBezTo>
                  <a:cubicBezTo>
                    <a:pt x="1242099" y="37608"/>
                    <a:pt x="1250346" y="57518"/>
                    <a:pt x="1250346" y="78279"/>
                  </a:cubicBezTo>
                  <a:lnTo>
                    <a:pt x="1250346" y="205715"/>
                  </a:lnTo>
                  <a:cubicBezTo>
                    <a:pt x="1250346" y="248947"/>
                    <a:pt x="1215299" y="283994"/>
                    <a:pt x="1172067" y="283994"/>
                  </a:cubicBezTo>
                  <a:lnTo>
                    <a:pt x="78279" y="283994"/>
                  </a:lnTo>
                  <a:cubicBezTo>
                    <a:pt x="57518" y="283994"/>
                    <a:pt x="37608" y="275747"/>
                    <a:pt x="22927" y="261066"/>
                  </a:cubicBezTo>
                  <a:cubicBezTo>
                    <a:pt x="8247" y="246386"/>
                    <a:pt x="0" y="226476"/>
                    <a:pt x="0" y="205715"/>
                  </a:cubicBezTo>
                  <a:lnTo>
                    <a:pt x="0" y="78279"/>
                  </a:lnTo>
                  <a:cubicBezTo>
                    <a:pt x="0" y="57518"/>
                    <a:pt x="8247" y="37608"/>
                    <a:pt x="22927" y="22927"/>
                  </a:cubicBezTo>
                  <a:cubicBezTo>
                    <a:pt x="37608" y="8247"/>
                    <a:pt x="57518" y="0"/>
                    <a:pt x="78279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47625"/>
              <a:ext cx="1250346" cy="236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2799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Reduces time spent on searching books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2429830">
            <a:off x="14923521" y="-3943451"/>
            <a:ext cx="4470391" cy="11927911"/>
          </a:xfrm>
          <a:custGeom>
            <a:avLst/>
            <a:gdLst/>
            <a:ahLst/>
            <a:cxnLst/>
            <a:rect r="r" b="b" t="t" l="l"/>
            <a:pathLst>
              <a:path h="11927911" w="4470391">
                <a:moveTo>
                  <a:pt x="0" y="0"/>
                </a:moveTo>
                <a:lnTo>
                  <a:pt x="4470391" y="0"/>
                </a:lnTo>
                <a:lnTo>
                  <a:pt x="4470391" y="11927911"/>
                </a:lnTo>
                <a:lnTo>
                  <a:pt x="0" y="119279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5665837" y="7583103"/>
            <a:ext cx="1116256" cy="111625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720775" y="1754257"/>
            <a:ext cx="1651957" cy="1636080"/>
          </a:xfrm>
          <a:custGeom>
            <a:avLst/>
            <a:gdLst/>
            <a:ahLst/>
            <a:cxnLst/>
            <a:rect r="r" b="b" t="t" l="l"/>
            <a:pathLst>
              <a:path h="1636080" w="1651957">
                <a:moveTo>
                  <a:pt x="0" y="0"/>
                </a:moveTo>
                <a:lnTo>
                  <a:pt x="1651957" y="0"/>
                </a:lnTo>
                <a:lnTo>
                  <a:pt x="1651957" y="1636081"/>
                </a:lnTo>
                <a:lnTo>
                  <a:pt x="0" y="16360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444882" b="-318129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5057631" y="1995970"/>
            <a:ext cx="9659034" cy="2087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799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Benefits of Using Library MIS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053698" y="5090576"/>
            <a:ext cx="506447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Find quality information.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053698" y="6071979"/>
            <a:ext cx="5064472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Reduces errors common in paper-based system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053698" y="7296259"/>
            <a:ext cx="5064472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Quickly tracks the availability of the books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5397986" y="5143500"/>
            <a:ext cx="1651957" cy="1636080"/>
          </a:xfrm>
          <a:custGeom>
            <a:avLst/>
            <a:gdLst/>
            <a:ahLst/>
            <a:cxnLst/>
            <a:rect r="r" b="b" t="t" l="l"/>
            <a:pathLst>
              <a:path h="1636080" w="1651957">
                <a:moveTo>
                  <a:pt x="0" y="0"/>
                </a:moveTo>
                <a:lnTo>
                  <a:pt x="1651957" y="0"/>
                </a:lnTo>
                <a:lnTo>
                  <a:pt x="1651957" y="1636080"/>
                </a:lnTo>
                <a:lnTo>
                  <a:pt x="0" y="1636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444882" b="-318129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808712" y="5411465"/>
            <a:ext cx="738799" cy="1000836"/>
          </a:xfrm>
          <a:custGeom>
            <a:avLst/>
            <a:gdLst/>
            <a:ahLst/>
            <a:cxnLst/>
            <a:rect r="r" b="b" t="t" l="l"/>
            <a:pathLst>
              <a:path h="1000836" w="738799">
                <a:moveTo>
                  <a:pt x="0" y="0"/>
                </a:moveTo>
                <a:lnTo>
                  <a:pt x="738799" y="0"/>
                </a:lnTo>
                <a:lnTo>
                  <a:pt x="738799" y="1000836"/>
                </a:lnTo>
                <a:lnTo>
                  <a:pt x="0" y="10008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12228" y="1890552"/>
            <a:ext cx="7247072" cy="1708124"/>
            <a:chOff x="0" y="0"/>
            <a:chExt cx="1832401" cy="4318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2401" cy="431894"/>
            </a:xfrm>
            <a:custGeom>
              <a:avLst/>
              <a:gdLst/>
              <a:ahLst/>
              <a:cxnLst/>
              <a:rect r="r" b="b" t="t" l="l"/>
              <a:pathLst>
                <a:path h="431894" w="1832401">
                  <a:moveTo>
                    <a:pt x="53414" y="0"/>
                  </a:moveTo>
                  <a:lnTo>
                    <a:pt x="1778986" y="0"/>
                  </a:lnTo>
                  <a:cubicBezTo>
                    <a:pt x="1793153" y="0"/>
                    <a:pt x="1806739" y="5628"/>
                    <a:pt x="1816756" y="15645"/>
                  </a:cubicBezTo>
                  <a:cubicBezTo>
                    <a:pt x="1826773" y="25662"/>
                    <a:pt x="1832401" y="39248"/>
                    <a:pt x="1832401" y="53414"/>
                  </a:cubicBezTo>
                  <a:lnTo>
                    <a:pt x="1832401" y="378480"/>
                  </a:lnTo>
                  <a:cubicBezTo>
                    <a:pt x="1832401" y="392646"/>
                    <a:pt x="1826773" y="406232"/>
                    <a:pt x="1816756" y="416250"/>
                  </a:cubicBezTo>
                  <a:cubicBezTo>
                    <a:pt x="1806739" y="426267"/>
                    <a:pt x="1793153" y="431894"/>
                    <a:pt x="1778986" y="431894"/>
                  </a:cubicBezTo>
                  <a:lnTo>
                    <a:pt x="53414" y="431894"/>
                  </a:lnTo>
                  <a:cubicBezTo>
                    <a:pt x="39248" y="431894"/>
                    <a:pt x="25662" y="426267"/>
                    <a:pt x="15645" y="416250"/>
                  </a:cubicBezTo>
                  <a:cubicBezTo>
                    <a:pt x="5628" y="406232"/>
                    <a:pt x="0" y="392646"/>
                    <a:pt x="0" y="378480"/>
                  </a:cubicBezTo>
                  <a:lnTo>
                    <a:pt x="0" y="53414"/>
                  </a:lnTo>
                  <a:cubicBezTo>
                    <a:pt x="0" y="39248"/>
                    <a:pt x="5628" y="25662"/>
                    <a:pt x="15645" y="15645"/>
                  </a:cubicBezTo>
                  <a:cubicBezTo>
                    <a:pt x="25662" y="5628"/>
                    <a:pt x="39248" y="0"/>
                    <a:pt x="53414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1832401" cy="384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320062" y="1890552"/>
            <a:ext cx="3196625" cy="1708124"/>
            <a:chOff x="0" y="0"/>
            <a:chExt cx="808257" cy="4318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8257" cy="431894"/>
            </a:xfrm>
            <a:custGeom>
              <a:avLst/>
              <a:gdLst/>
              <a:ahLst/>
              <a:cxnLst/>
              <a:rect r="r" b="b" t="t" l="l"/>
              <a:pathLst>
                <a:path h="431894" w="808257">
                  <a:moveTo>
                    <a:pt x="121095" y="0"/>
                  </a:moveTo>
                  <a:lnTo>
                    <a:pt x="687162" y="0"/>
                  </a:lnTo>
                  <a:cubicBezTo>
                    <a:pt x="719278" y="0"/>
                    <a:pt x="750079" y="12758"/>
                    <a:pt x="772789" y="35468"/>
                  </a:cubicBezTo>
                  <a:cubicBezTo>
                    <a:pt x="795499" y="58178"/>
                    <a:pt x="808257" y="88979"/>
                    <a:pt x="808257" y="121095"/>
                  </a:cubicBezTo>
                  <a:lnTo>
                    <a:pt x="808257" y="310799"/>
                  </a:lnTo>
                  <a:cubicBezTo>
                    <a:pt x="808257" y="342915"/>
                    <a:pt x="795499" y="373716"/>
                    <a:pt x="772789" y="396426"/>
                  </a:cubicBezTo>
                  <a:cubicBezTo>
                    <a:pt x="750079" y="419136"/>
                    <a:pt x="719278" y="431894"/>
                    <a:pt x="687162" y="431894"/>
                  </a:cubicBezTo>
                  <a:lnTo>
                    <a:pt x="121095" y="431894"/>
                  </a:lnTo>
                  <a:cubicBezTo>
                    <a:pt x="88979" y="431894"/>
                    <a:pt x="58178" y="419136"/>
                    <a:pt x="35468" y="396426"/>
                  </a:cubicBezTo>
                  <a:cubicBezTo>
                    <a:pt x="12758" y="373716"/>
                    <a:pt x="0" y="342915"/>
                    <a:pt x="0" y="310799"/>
                  </a:cubicBezTo>
                  <a:lnTo>
                    <a:pt x="0" y="121095"/>
                  </a:lnTo>
                  <a:cubicBezTo>
                    <a:pt x="0" y="88979"/>
                    <a:pt x="12758" y="58178"/>
                    <a:pt x="35468" y="35468"/>
                  </a:cubicBezTo>
                  <a:cubicBezTo>
                    <a:pt x="58178" y="12758"/>
                    <a:pt x="88979" y="0"/>
                    <a:pt x="121095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808257" cy="374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Time in/ Time out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12228" y="3712976"/>
            <a:ext cx="7247072" cy="1708124"/>
            <a:chOff x="0" y="0"/>
            <a:chExt cx="1832401" cy="4318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32401" cy="431894"/>
            </a:xfrm>
            <a:custGeom>
              <a:avLst/>
              <a:gdLst/>
              <a:ahLst/>
              <a:cxnLst/>
              <a:rect r="r" b="b" t="t" l="l"/>
              <a:pathLst>
                <a:path h="431894" w="1832401">
                  <a:moveTo>
                    <a:pt x="53414" y="0"/>
                  </a:moveTo>
                  <a:lnTo>
                    <a:pt x="1778986" y="0"/>
                  </a:lnTo>
                  <a:cubicBezTo>
                    <a:pt x="1793153" y="0"/>
                    <a:pt x="1806739" y="5628"/>
                    <a:pt x="1816756" y="15645"/>
                  </a:cubicBezTo>
                  <a:cubicBezTo>
                    <a:pt x="1826773" y="25662"/>
                    <a:pt x="1832401" y="39248"/>
                    <a:pt x="1832401" y="53414"/>
                  </a:cubicBezTo>
                  <a:lnTo>
                    <a:pt x="1832401" y="378480"/>
                  </a:lnTo>
                  <a:cubicBezTo>
                    <a:pt x="1832401" y="392646"/>
                    <a:pt x="1826773" y="406232"/>
                    <a:pt x="1816756" y="416250"/>
                  </a:cubicBezTo>
                  <a:cubicBezTo>
                    <a:pt x="1806739" y="426267"/>
                    <a:pt x="1793153" y="431894"/>
                    <a:pt x="1778986" y="431894"/>
                  </a:cubicBezTo>
                  <a:lnTo>
                    <a:pt x="53414" y="431894"/>
                  </a:lnTo>
                  <a:cubicBezTo>
                    <a:pt x="39248" y="431894"/>
                    <a:pt x="25662" y="426267"/>
                    <a:pt x="15645" y="416250"/>
                  </a:cubicBezTo>
                  <a:cubicBezTo>
                    <a:pt x="5628" y="406232"/>
                    <a:pt x="0" y="392646"/>
                    <a:pt x="0" y="378480"/>
                  </a:cubicBezTo>
                  <a:lnTo>
                    <a:pt x="0" y="53414"/>
                  </a:lnTo>
                  <a:cubicBezTo>
                    <a:pt x="0" y="39248"/>
                    <a:pt x="5628" y="25662"/>
                    <a:pt x="15645" y="15645"/>
                  </a:cubicBezTo>
                  <a:cubicBezTo>
                    <a:pt x="25662" y="5628"/>
                    <a:pt x="39248" y="0"/>
                    <a:pt x="53414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1832401" cy="384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20062" y="3712976"/>
            <a:ext cx="3196625" cy="1708124"/>
            <a:chOff x="0" y="0"/>
            <a:chExt cx="808257" cy="4318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8257" cy="431894"/>
            </a:xfrm>
            <a:custGeom>
              <a:avLst/>
              <a:gdLst/>
              <a:ahLst/>
              <a:cxnLst/>
              <a:rect r="r" b="b" t="t" l="l"/>
              <a:pathLst>
                <a:path h="431894" w="808257">
                  <a:moveTo>
                    <a:pt x="121095" y="0"/>
                  </a:moveTo>
                  <a:lnTo>
                    <a:pt x="687162" y="0"/>
                  </a:lnTo>
                  <a:cubicBezTo>
                    <a:pt x="719278" y="0"/>
                    <a:pt x="750079" y="12758"/>
                    <a:pt x="772789" y="35468"/>
                  </a:cubicBezTo>
                  <a:cubicBezTo>
                    <a:pt x="795499" y="58178"/>
                    <a:pt x="808257" y="88979"/>
                    <a:pt x="808257" y="121095"/>
                  </a:cubicBezTo>
                  <a:lnTo>
                    <a:pt x="808257" y="310799"/>
                  </a:lnTo>
                  <a:cubicBezTo>
                    <a:pt x="808257" y="342915"/>
                    <a:pt x="795499" y="373716"/>
                    <a:pt x="772789" y="396426"/>
                  </a:cubicBezTo>
                  <a:cubicBezTo>
                    <a:pt x="750079" y="419136"/>
                    <a:pt x="719278" y="431894"/>
                    <a:pt x="687162" y="431894"/>
                  </a:cubicBezTo>
                  <a:lnTo>
                    <a:pt x="121095" y="431894"/>
                  </a:lnTo>
                  <a:cubicBezTo>
                    <a:pt x="88979" y="431894"/>
                    <a:pt x="58178" y="419136"/>
                    <a:pt x="35468" y="396426"/>
                  </a:cubicBezTo>
                  <a:cubicBezTo>
                    <a:pt x="12758" y="373716"/>
                    <a:pt x="0" y="342915"/>
                    <a:pt x="0" y="310799"/>
                  </a:cubicBezTo>
                  <a:lnTo>
                    <a:pt x="0" y="121095"/>
                  </a:lnTo>
                  <a:cubicBezTo>
                    <a:pt x="0" y="88979"/>
                    <a:pt x="12758" y="58178"/>
                    <a:pt x="35468" y="35468"/>
                  </a:cubicBezTo>
                  <a:cubicBezTo>
                    <a:pt x="58178" y="12758"/>
                    <a:pt x="88979" y="0"/>
                    <a:pt x="121095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57150"/>
              <a:ext cx="808257" cy="374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Centralized Database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12228" y="5537188"/>
            <a:ext cx="7247072" cy="1708124"/>
            <a:chOff x="0" y="0"/>
            <a:chExt cx="1832401" cy="4318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32401" cy="431894"/>
            </a:xfrm>
            <a:custGeom>
              <a:avLst/>
              <a:gdLst/>
              <a:ahLst/>
              <a:cxnLst/>
              <a:rect r="r" b="b" t="t" l="l"/>
              <a:pathLst>
                <a:path h="431894" w="1832401">
                  <a:moveTo>
                    <a:pt x="53414" y="0"/>
                  </a:moveTo>
                  <a:lnTo>
                    <a:pt x="1778986" y="0"/>
                  </a:lnTo>
                  <a:cubicBezTo>
                    <a:pt x="1793153" y="0"/>
                    <a:pt x="1806739" y="5628"/>
                    <a:pt x="1816756" y="15645"/>
                  </a:cubicBezTo>
                  <a:cubicBezTo>
                    <a:pt x="1826773" y="25662"/>
                    <a:pt x="1832401" y="39248"/>
                    <a:pt x="1832401" y="53414"/>
                  </a:cubicBezTo>
                  <a:lnTo>
                    <a:pt x="1832401" y="378480"/>
                  </a:lnTo>
                  <a:cubicBezTo>
                    <a:pt x="1832401" y="392646"/>
                    <a:pt x="1826773" y="406232"/>
                    <a:pt x="1816756" y="416250"/>
                  </a:cubicBezTo>
                  <a:cubicBezTo>
                    <a:pt x="1806739" y="426267"/>
                    <a:pt x="1793153" y="431894"/>
                    <a:pt x="1778986" y="431894"/>
                  </a:cubicBezTo>
                  <a:lnTo>
                    <a:pt x="53414" y="431894"/>
                  </a:lnTo>
                  <a:cubicBezTo>
                    <a:pt x="39248" y="431894"/>
                    <a:pt x="25662" y="426267"/>
                    <a:pt x="15645" y="416250"/>
                  </a:cubicBezTo>
                  <a:cubicBezTo>
                    <a:pt x="5628" y="406232"/>
                    <a:pt x="0" y="392646"/>
                    <a:pt x="0" y="378480"/>
                  </a:cubicBezTo>
                  <a:lnTo>
                    <a:pt x="0" y="53414"/>
                  </a:lnTo>
                  <a:cubicBezTo>
                    <a:pt x="0" y="39248"/>
                    <a:pt x="5628" y="25662"/>
                    <a:pt x="15645" y="15645"/>
                  </a:cubicBezTo>
                  <a:cubicBezTo>
                    <a:pt x="25662" y="5628"/>
                    <a:pt x="39248" y="0"/>
                    <a:pt x="53414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47625"/>
              <a:ext cx="1832401" cy="384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320062" y="5537188"/>
            <a:ext cx="3196625" cy="1708124"/>
            <a:chOff x="0" y="0"/>
            <a:chExt cx="808257" cy="4318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8257" cy="431894"/>
            </a:xfrm>
            <a:custGeom>
              <a:avLst/>
              <a:gdLst/>
              <a:ahLst/>
              <a:cxnLst/>
              <a:rect r="r" b="b" t="t" l="l"/>
              <a:pathLst>
                <a:path h="431894" w="808257">
                  <a:moveTo>
                    <a:pt x="121095" y="0"/>
                  </a:moveTo>
                  <a:lnTo>
                    <a:pt x="687162" y="0"/>
                  </a:lnTo>
                  <a:cubicBezTo>
                    <a:pt x="719278" y="0"/>
                    <a:pt x="750079" y="12758"/>
                    <a:pt x="772789" y="35468"/>
                  </a:cubicBezTo>
                  <a:cubicBezTo>
                    <a:pt x="795499" y="58178"/>
                    <a:pt x="808257" y="88979"/>
                    <a:pt x="808257" y="121095"/>
                  </a:cubicBezTo>
                  <a:lnTo>
                    <a:pt x="808257" y="310799"/>
                  </a:lnTo>
                  <a:cubicBezTo>
                    <a:pt x="808257" y="342915"/>
                    <a:pt x="795499" y="373716"/>
                    <a:pt x="772789" y="396426"/>
                  </a:cubicBezTo>
                  <a:cubicBezTo>
                    <a:pt x="750079" y="419136"/>
                    <a:pt x="719278" y="431894"/>
                    <a:pt x="687162" y="431894"/>
                  </a:cubicBezTo>
                  <a:lnTo>
                    <a:pt x="121095" y="431894"/>
                  </a:lnTo>
                  <a:cubicBezTo>
                    <a:pt x="88979" y="431894"/>
                    <a:pt x="58178" y="419136"/>
                    <a:pt x="35468" y="396426"/>
                  </a:cubicBezTo>
                  <a:cubicBezTo>
                    <a:pt x="12758" y="373716"/>
                    <a:pt x="0" y="342915"/>
                    <a:pt x="0" y="310799"/>
                  </a:cubicBezTo>
                  <a:lnTo>
                    <a:pt x="0" y="121095"/>
                  </a:lnTo>
                  <a:cubicBezTo>
                    <a:pt x="0" y="88979"/>
                    <a:pt x="12758" y="58178"/>
                    <a:pt x="35468" y="35468"/>
                  </a:cubicBezTo>
                  <a:cubicBezTo>
                    <a:pt x="58178" y="12758"/>
                    <a:pt x="88979" y="0"/>
                    <a:pt x="121095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57150"/>
              <a:ext cx="808257" cy="374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Search Functionality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2699999">
            <a:off x="-1923273" y="-2074356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54660" y="5421100"/>
            <a:ext cx="6023536" cy="5716883"/>
          </a:xfrm>
          <a:custGeom>
            <a:avLst/>
            <a:gdLst/>
            <a:ahLst/>
            <a:cxnLst/>
            <a:rect r="r" b="b" t="t" l="l"/>
            <a:pathLst>
              <a:path h="5716883" w="6023536">
                <a:moveTo>
                  <a:pt x="0" y="0"/>
                </a:moveTo>
                <a:lnTo>
                  <a:pt x="6023536" y="0"/>
                </a:lnTo>
                <a:lnTo>
                  <a:pt x="6023536" y="5716883"/>
                </a:lnTo>
                <a:lnTo>
                  <a:pt x="0" y="57168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54660" y="1498084"/>
            <a:ext cx="6087017" cy="338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96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Features Of The Library MIS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69239" y="2002921"/>
            <a:ext cx="4978714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Records the student entry and exit for monitoring and security purposes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869239" y="3793867"/>
            <a:ext cx="4978714" cy="148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Stores all the library books in one system for faster access and managemenrt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69239" y="5648939"/>
            <a:ext cx="4978714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Allow users to search books by ID, keyword, author, or genre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-6036632">
            <a:off x="12618802" y="4126617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7" y="0"/>
                </a:lnTo>
                <a:lnTo>
                  <a:pt x="3846547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1377835" y="8397838"/>
            <a:ext cx="982808" cy="982808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000985" y="-1186741"/>
            <a:ext cx="2215441" cy="2215441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8DE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534963">
            <a:off x="175130" y="2423301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15268" y="4639459"/>
            <a:ext cx="3257369" cy="4192750"/>
            <a:chOff x="0" y="0"/>
            <a:chExt cx="823616" cy="10601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3616" cy="1060124"/>
            </a:xfrm>
            <a:custGeom>
              <a:avLst/>
              <a:gdLst/>
              <a:ahLst/>
              <a:cxnLst/>
              <a:rect r="r" b="b" t="t" l="l"/>
              <a:pathLst>
                <a:path h="1060124" w="823616">
                  <a:moveTo>
                    <a:pt x="95070" y="0"/>
                  </a:moveTo>
                  <a:lnTo>
                    <a:pt x="728547" y="0"/>
                  </a:lnTo>
                  <a:cubicBezTo>
                    <a:pt x="781052" y="0"/>
                    <a:pt x="823616" y="42564"/>
                    <a:pt x="823616" y="95070"/>
                  </a:cubicBezTo>
                  <a:lnTo>
                    <a:pt x="823616" y="965055"/>
                  </a:lnTo>
                  <a:cubicBezTo>
                    <a:pt x="823616" y="1017560"/>
                    <a:pt x="781052" y="1060124"/>
                    <a:pt x="728547" y="1060124"/>
                  </a:cubicBezTo>
                  <a:lnTo>
                    <a:pt x="95070" y="1060124"/>
                  </a:lnTo>
                  <a:cubicBezTo>
                    <a:pt x="42564" y="1060124"/>
                    <a:pt x="0" y="1017560"/>
                    <a:pt x="0" y="965055"/>
                  </a:cubicBezTo>
                  <a:lnTo>
                    <a:pt x="0" y="95070"/>
                  </a:lnTo>
                  <a:cubicBezTo>
                    <a:pt x="0" y="42564"/>
                    <a:pt x="42564" y="0"/>
                    <a:pt x="95070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23616" cy="1098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558599" y="4639459"/>
            <a:ext cx="3257369" cy="4192750"/>
            <a:chOff x="0" y="0"/>
            <a:chExt cx="823616" cy="10601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3616" cy="1060124"/>
            </a:xfrm>
            <a:custGeom>
              <a:avLst/>
              <a:gdLst/>
              <a:ahLst/>
              <a:cxnLst/>
              <a:rect r="r" b="b" t="t" l="l"/>
              <a:pathLst>
                <a:path h="1060124" w="823616">
                  <a:moveTo>
                    <a:pt x="95070" y="0"/>
                  </a:moveTo>
                  <a:lnTo>
                    <a:pt x="728547" y="0"/>
                  </a:lnTo>
                  <a:cubicBezTo>
                    <a:pt x="781052" y="0"/>
                    <a:pt x="823616" y="42564"/>
                    <a:pt x="823616" y="95070"/>
                  </a:cubicBezTo>
                  <a:lnTo>
                    <a:pt x="823616" y="965055"/>
                  </a:lnTo>
                  <a:cubicBezTo>
                    <a:pt x="823616" y="1017560"/>
                    <a:pt x="781052" y="1060124"/>
                    <a:pt x="728547" y="1060124"/>
                  </a:cubicBezTo>
                  <a:lnTo>
                    <a:pt x="95070" y="1060124"/>
                  </a:lnTo>
                  <a:cubicBezTo>
                    <a:pt x="42564" y="1060124"/>
                    <a:pt x="0" y="1017560"/>
                    <a:pt x="0" y="965055"/>
                  </a:cubicBezTo>
                  <a:lnTo>
                    <a:pt x="0" y="95070"/>
                  </a:lnTo>
                  <a:cubicBezTo>
                    <a:pt x="0" y="42564"/>
                    <a:pt x="42564" y="0"/>
                    <a:pt x="95070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23616" cy="1098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001931" y="4639459"/>
            <a:ext cx="3257369" cy="4192750"/>
            <a:chOff x="0" y="0"/>
            <a:chExt cx="823616" cy="10601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3616" cy="1060124"/>
            </a:xfrm>
            <a:custGeom>
              <a:avLst/>
              <a:gdLst/>
              <a:ahLst/>
              <a:cxnLst/>
              <a:rect r="r" b="b" t="t" l="l"/>
              <a:pathLst>
                <a:path h="1060124" w="823616">
                  <a:moveTo>
                    <a:pt x="95070" y="0"/>
                  </a:moveTo>
                  <a:lnTo>
                    <a:pt x="728547" y="0"/>
                  </a:lnTo>
                  <a:cubicBezTo>
                    <a:pt x="781052" y="0"/>
                    <a:pt x="823616" y="42564"/>
                    <a:pt x="823616" y="95070"/>
                  </a:cubicBezTo>
                  <a:lnTo>
                    <a:pt x="823616" y="965055"/>
                  </a:lnTo>
                  <a:cubicBezTo>
                    <a:pt x="823616" y="1017560"/>
                    <a:pt x="781052" y="1060124"/>
                    <a:pt x="728547" y="1060124"/>
                  </a:cubicBezTo>
                  <a:lnTo>
                    <a:pt x="95070" y="1060124"/>
                  </a:lnTo>
                  <a:cubicBezTo>
                    <a:pt x="42564" y="1060124"/>
                    <a:pt x="0" y="1017560"/>
                    <a:pt x="0" y="965055"/>
                  </a:cubicBezTo>
                  <a:lnTo>
                    <a:pt x="0" y="95070"/>
                  </a:lnTo>
                  <a:cubicBezTo>
                    <a:pt x="0" y="42564"/>
                    <a:pt x="42564" y="0"/>
                    <a:pt x="95070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23616" cy="1098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170581" y="4027191"/>
            <a:ext cx="1146744" cy="114674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13912" y="4046639"/>
            <a:ext cx="1146744" cy="114674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057243" y="4066087"/>
            <a:ext cx="1146744" cy="114674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3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28700" y="2622556"/>
            <a:ext cx="5187946" cy="6635744"/>
          </a:xfrm>
          <a:custGeom>
            <a:avLst/>
            <a:gdLst/>
            <a:ahLst/>
            <a:cxnLst/>
            <a:rect r="r" b="b" t="t" l="l"/>
            <a:pathLst>
              <a:path h="6635744" w="5187946">
                <a:moveTo>
                  <a:pt x="0" y="0"/>
                </a:moveTo>
                <a:lnTo>
                  <a:pt x="5187946" y="0"/>
                </a:lnTo>
                <a:lnTo>
                  <a:pt x="5187946" y="6635744"/>
                </a:lnTo>
                <a:lnTo>
                  <a:pt x="0" y="66357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115268" y="1702441"/>
            <a:ext cx="9932243" cy="108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8799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Primary Objectives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76710" y="5869059"/>
            <a:ext cx="213448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Improve Efficiency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20041" y="5869059"/>
            <a:ext cx="213448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Interactive System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932177" y="-2255769"/>
            <a:ext cx="3284469" cy="328446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259300" y="1593856"/>
            <a:ext cx="1647720" cy="164772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8DE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-7266873">
            <a:off x="13465693" y="5208208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4525273" y="5792859"/>
            <a:ext cx="2484138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8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Accurate and reliable library data management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85336">
            <a:off x="-1923273" y="2692515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515064">
            <a:off x="15160736" y="864362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49547" y="2885233"/>
            <a:ext cx="14388907" cy="6373067"/>
            <a:chOff x="0" y="0"/>
            <a:chExt cx="3638192" cy="1611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38192" cy="1611411"/>
            </a:xfrm>
            <a:custGeom>
              <a:avLst/>
              <a:gdLst/>
              <a:ahLst/>
              <a:cxnLst/>
              <a:rect r="r" b="b" t="t" l="l"/>
              <a:pathLst>
                <a:path h="1611411" w="3638192">
                  <a:moveTo>
                    <a:pt x="53805" y="0"/>
                  </a:moveTo>
                  <a:lnTo>
                    <a:pt x="3584387" y="0"/>
                  </a:lnTo>
                  <a:cubicBezTo>
                    <a:pt x="3598657" y="0"/>
                    <a:pt x="3612343" y="5669"/>
                    <a:pt x="3622433" y="15759"/>
                  </a:cubicBezTo>
                  <a:cubicBezTo>
                    <a:pt x="3632524" y="25849"/>
                    <a:pt x="3638192" y="39535"/>
                    <a:pt x="3638192" y="53805"/>
                  </a:cubicBezTo>
                  <a:lnTo>
                    <a:pt x="3638192" y="1557606"/>
                  </a:lnTo>
                  <a:cubicBezTo>
                    <a:pt x="3638192" y="1571876"/>
                    <a:pt x="3632524" y="1585562"/>
                    <a:pt x="3622433" y="1595652"/>
                  </a:cubicBezTo>
                  <a:cubicBezTo>
                    <a:pt x="3612343" y="1605742"/>
                    <a:pt x="3598657" y="1611411"/>
                    <a:pt x="3584387" y="1611411"/>
                  </a:cubicBezTo>
                  <a:lnTo>
                    <a:pt x="53805" y="1611411"/>
                  </a:lnTo>
                  <a:cubicBezTo>
                    <a:pt x="39535" y="1611411"/>
                    <a:pt x="25849" y="1605742"/>
                    <a:pt x="15759" y="1595652"/>
                  </a:cubicBezTo>
                  <a:cubicBezTo>
                    <a:pt x="5669" y="1585562"/>
                    <a:pt x="0" y="1571876"/>
                    <a:pt x="0" y="1557606"/>
                  </a:cubicBezTo>
                  <a:lnTo>
                    <a:pt x="0" y="53805"/>
                  </a:lnTo>
                  <a:cubicBezTo>
                    <a:pt x="0" y="39535"/>
                    <a:pt x="5669" y="25849"/>
                    <a:pt x="15759" y="15759"/>
                  </a:cubicBezTo>
                  <a:cubicBezTo>
                    <a:pt x="25849" y="5669"/>
                    <a:pt x="39535" y="0"/>
                    <a:pt x="53805" y="0"/>
                  </a:cubicBezTo>
                  <a:close/>
                </a:path>
              </a:pathLst>
            </a:custGeom>
            <a:solidFill>
              <a:srgbClr val="F4E8D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3638192" cy="1563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69823" y="3319559"/>
            <a:ext cx="7500427" cy="1708124"/>
            <a:chOff x="0" y="0"/>
            <a:chExt cx="1896461" cy="4318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96461" cy="431894"/>
            </a:xfrm>
            <a:custGeom>
              <a:avLst/>
              <a:gdLst/>
              <a:ahLst/>
              <a:cxnLst/>
              <a:rect r="r" b="b" t="t" l="l"/>
              <a:pathLst>
                <a:path h="431894" w="1896461">
                  <a:moveTo>
                    <a:pt x="51610" y="0"/>
                  </a:moveTo>
                  <a:lnTo>
                    <a:pt x="1844851" y="0"/>
                  </a:lnTo>
                  <a:cubicBezTo>
                    <a:pt x="1858539" y="0"/>
                    <a:pt x="1871666" y="5437"/>
                    <a:pt x="1881345" y="15116"/>
                  </a:cubicBezTo>
                  <a:cubicBezTo>
                    <a:pt x="1891023" y="24795"/>
                    <a:pt x="1896461" y="37922"/>
                    <a:pt x="1896461" y="51610"/>
                  </a:cubicBezTo>
                  <a:lnTo>
                    <a:pt x="1896461" y="380284"/>
                  </a:lnTo>
                  <a:cubicBezTo>
                    <a:pt x="1896461" y="393972"/>
                    <a:pt x="1891023" y="407099"/>
                    <a:pt x="1881345" y="416778"/>
                  </a:cubicBezTo>
                  <a:cubicBezTo>
                    <a:pt x="1871666" y="426457"/>
                    <a:pt x="1858539" y="431894"/>
                    <a:pt x="1844851" y="431894"/>
                  </a:cubicBezTo>
                  <a:lnTo>
                    <a:pt x="51610" y="431894"/>
                  </a:lnTo>
                  <a:cubicBezTo>
                    <a:pt x="37922" y="431894"/>
                    <a:pt x="24795" y="426457"/>
                    <a:pt x="15116" y="416778"/>
                  </a:cubicBezTo>
                  <a:cubicBezTo>
                    <a:pt x="5437" y="407099"/>
                    <a:pt x="0" y="393972"/>
                    <a:pt x="0" y="380284"/>
                  </a:cubicBezTo>
                  <a:lnTo>
                    <a:pt x="0" y="51610"/>
                  </a:lnTo>
                  <a:cubicBezTo>
                    <a:pt x="0" y="37922"/>
                    <a:pt x="5437" y="24795"/>
                    <a:pt x="15116" y="15116"/>
                  </a:cubicBezTo>
                  <a:cubicBezTo>
                    <a:pt x="24795" y="5437"/>
                    <a:pt x="37922" y="0"/>
                    <a:pt x="5161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1896461" cy="384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350220" y="3319559"/>
            <a:ext cx="3512495" cy="1708124"/>
            <a:chOff x="0" y="0"/>
            <a:chExt cx="888124" cy="4318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88124" cy="431894"/>
            </a:xfrm>
            <a:custGeom>
              <a:avLst/>
              <a:gdLst/>
              <a:ahLst/>
              <a:cxnLst/>
              <a:rect r="r" b="b" t="t" l="l"/>
              <a:pathLst>
                <a:path h="431894" w="888124">
                  <a:moveTo>
                    <a:pt x="110205" y="0"/>
                  </a:moveTo>
                  <a:lnTo>
                    <a:pt x="777919" y="0"/>
                  </a:lnTo>
                  <a:cubicBezTo>
                    <a:pt x="838783" y="0"/>
                    <a:pt x="888124" y="49341"/>
                    <a:pt x="888124" y="110205"/>
                  </a:cubicBezTo>
                  <a:lnTo>
                    <a:pt x="888124" y="321689"/>
                  </a:lnTo>
                  <a:cubicBezTo>
                    <a:pt x="888124" y="382554"/>
                    <a:pt x="838783" y="431894"/>
                    <a:pt x="777919" y="431894"/>
                  </a:cubicBezTo>
                  <a:lnTo>
                    <a:pt x="110205" y="431894"/>
                  </a:lnTo>
                  <a:cubicBezTo>
                    <a:pt x="49341" y="431894"/>
                    <a:pt x="0" y="382554"/>
                    <a:pt x="0" y="321689"/>
                  </a:cubicBezTo>
                  <a:lnTo>
                    <a:pt x="0" y="110205"/>
                  </a:lnTo>
                  <a:cubicBezTo>
                    <a:pt x="0" y="49341"/>
                    <a:pt x="49341" y="0"/>
                    <a:pt x="110205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888124" cy="374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Book Management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69823" y="5141983"/>
            <a:ext cx="7500427" cy="1708124"/>
            <a:chOff x="0" y="0"/>
            <a:chExt cx="1896461" cy="4318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96461" cy="431894"/>
            </a:xfrm>
            <a:custGeom>
              <a:avLst/>
              <a:gdLst/>
              <a:ahLst/>
              <a:cxnLst/>
              <a:rect r="r" b="b" t="t" l="l"/>
              <a:pathLst>
                <a:path h="431894" w="1896461">
                  <a:moveTo>
                    <a:pt x="51610" y="0"/>
                  </a:moveTo>
                  <a:lnTo>
                    <a:pt x="1844851" y="0"/>
                  </a:lnTo>
                  <a:cubicBezTo>
                    <a:pt x="1858539" y="0"/>
                    <a:pt x="1871666" y="5437"/>
                    <a:pt x="1881345" y="15116"/>
                  </a:cubicBezTo>
                  <a:cubicBezTo>
                    <a:pt x="1891023" y="24795"/>
                    <a:pt x="1896461" y="37922"/>
                    <a:pt x="1896461" y="51610"/>
                  </a:cubicBezTo>
                  <a:lnTo>
                    <a:pt x="1896461" y="380284"/>
                  </a:lnTo>
                  <a:cubicBezTo>
                    <a:pt x="1896461" y="393972"/>
                    <a:pt x="1891023" y="407099"/>
                    <a:pt x="1881345" y="416778"/>
                  </a:cubicBezTo>
                  <a:cubicBezTo>
                    <a:pt x="1871666" y="426457"/>
                    <a:pt x="1858539" y="431894"/>
                    <a:pt x="1844851" y="431894"/>
                  </a:cubicBezTo>
                  <a:lnTo>
                    <a:pt x="51610" y="431894"/>
                  </a:lnTo>
                  <a:cubicBezTo>
                    <a:pt x="37922" y="431894"/>
                    <a:pt x="24795" y="426457"/>
                    <a:pt x="15116" y="416778"/>
                  </a:cubicBezTo>
                  <a:cubicBezTo>
                    <a:pt x="5437" y="407099"/>
                    <a:pt x="0" y="393972"/>
                    <a:pt x="0" y="380284"/>
                  </a:cubicBezTo>
                  <a:lnTo>
                    <a:pt x="0" y="51610"/>
                  </a:lnTo>
                  <a:cubicBezTo>
                    <a:pt x="0" y="37922"/>
                    <a:pt x="5437" y="24795"/>
                    <a:pt x="15116" y="15116"/>
                  </a:cubicBezTo>
                  <a:cubicBezTo>
                    <a:pt x="24795" y="5437"/>
                    <a:pt x="37922" y="0"/>
                    <a:pt x="5161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47625"/>
              <a:ext cx="1896461" cy="384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350220" y="5141983"/>
            <a:ext cx="3512495" cy="1708124"/>
            <a:chOff x="0" y="0"/>
            <a:chExt cx="888124" cy="4318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88124" cy="431894"/>
            </a:xfrm>
            <a:custGeom>
              <a:avLst/>
              <a:gdLst/>
              <a:ahLst/>
              <a:cxnLst/>
              <a:rect r="r" b="b" t="t" l="l"/>
              <a:pathLst>
                <a:path h="431894" w="888124">
                  <a:moveTo>
                    <a:pt x="110205" y="0"/>
                  </a:moveTo>
                  <a:lnTo>
                    <a:pt x="777919" y="0"/>
                  </a:lnTo>
                  <a:cubicBezTo>
                    <a:pt x="838783" y="0"/>
                    <a:pt x="888124" y="49341"/>
                    <a:pt x="888124" y="110205"/>
                  </a:cubicBezTo>
                  <a:lnTo>
                    <a:pt x="888124" y="321689"/>
                  </a:lnTo>
                  <a:cubicBezTo>
                    <a:pt x="888124" y="382554"/>
                    <a:pt x="838783" y="431894"/>
                    <a:pt x="777919" y="431894"/>
                  </a:cubicBezTo>
                  <a:lnTo>
                    <a:pt x="110205" y="431894"/>
                  </a:lnTo>
                  <a:cubicBezTo>
                    <a:pt x="49341" y="431894"/>
                    <a:pt x="0" y="382554"/>
                    <a:pt x="0" y="321689"/>
                  </a:cubicBezTo>
                  <a:lnTo>
                    <a:pt x="0" y="110205"/>
                  </a:lnTo>
                  <a:cubicBezTo>
                    <a:pt x="0" y="49341"/>
                    <a:pt x="49341" y="0"/>
                    <a:pt x="110205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57150"/>
              <a:ext cx="888124" cy="374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Search Functionality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969823" y="6966196"/>
            <a:ext cx="7500427" cy="1708124"/>
            <a:chOff x="0" y="0"/>
            <a:chExt cx="1896461" cy="4318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96461" cy="431894"/>
            </a:xfrm>
            <a:custGeom>
              <a:avLst/>
              <a:gdLst/>
              <a:ahLst/>
              <a:cxnLst/>
              <a:rect r="r" b="b" t="t" l="l"/>
              <a:pathLst>
                <a:path h="431894" w="1896461">
                  <a:moveTo>
                    <a:pt x="51610" y="0"/>
                  </a:moveTo>
                  <a:lnTo>
                    <a:pt x="1844851" y="0"/>
                  </a:lnTo>
                  <a:cubicBezTo>
                    <a:pt x="1858539" y="0"/>
                    <a:pt x="1871666" y="5437"/>
                    <a:pt x="1881345" y="15116"/>
                  </a:cubicBezTo>
                  <a:cubicBezTo>
                    <a:pt x="1891023" y="24795"/>
                    <a:pt x="1896461" y="37922"/>
                    <a:pt x="1896461" y="51610"/>
                  </a:cubicBezTo>
                  <a:lnTo>
                    <a:pt x="1896461" y="380284"/>
                  </a:lnTo>
                  <a:cubicBezTo>
                    <a:pt x="1896461" y="393972"/>
                    <a:pt x="1891023" y="407099"/>
                    <a:pt x="1881345" y="416778"/>
                  </a:cubicBezTo>
                  <a:cubicBezTo>
                    <a:pt x="1871666" y="426457"/>
                    <a:pt x="1858539" y="431894"/>
                    <a:pt x="1844851" y="431894"/>
                  </a:cubicBezTo>
                  <a:lnTo>
                    <a:pt x="51610" y="431894"/>
                  </a:lnTo>
                  <a:cubicBezTo>
                    <a:pt x="37922" y="431894"/>
                    <a:pt x="24795" y="426457"/>
                    <a:pt x="15116" y="416778"/>
                  </a:cubicBezTo>
                  <a:cubicBezTo>
                    <a:pt x="5437" y="407099"/>
                    <a:pt x="0" y="393972"/>
                    <a:pt x="0" y="380284"/>
                  </a:cubicBezTo>
                  <a:lnTo>
                    <a:pt x="0" y="51610"/>
                  </a:lnTo>
                  <a:cubicBezTo>
                    <a:pt x="0" y="37922"/>
                    <a:pt x="5437" y="24795"/>
                    <a:pt x="15116" y="15116"/>
                  </a:cubicBezTo>
                  <a:cubicBezTo>
                    <a:pt x="24795" y="5437"/>
                    <a:pt x="37922" y="0"/>
                    <a:pt x="5161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47625"/>
              <a:ext cx="1896461" cy="384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350220" y="6966196"/>
            <a:ext cx="3512495" cy="1708124"/>
            <a:chOff x="0" y="0"/>
            <a:chExt cx="888124" cy="4318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88124" cy="431894"/>
            </a:xfrm>
            <a:custGeom>
              <a:avLst/>
              <a:gdLst/>
              <a:ahLst/>
              <a:cxnLst/>
              <a:rect r="r" b="b" t="t" l="l"/>
              <a:pathLst>
                <a:path h="431894" w="888124">
                  <a:moveTo>
                    <a:pt x="110205" y="0"/>
                  </a:moveTo>
                  <a:lnTo>
                    <a:pt x="777919" y="0"/>
                  </a:lnTo>
                  <a:cubicBezTo>
                    <a:pt x="838783" y="0"/>
                    <a:pt x="888124" y="49341"/>
                    <a:pt x="888124" y="110205"/>
                  </a:cubicBezTo>
                  <a:lnTo>
                    <a:pt x="888124" y="321689"/>
                  </a:lnTo>
                  <a:cubicBezTo>
                    <a:pt x="888124" y="382554"/>
                    <a:pt x="838783" y="431894"/>
                    <a:pt x="777919" y="431894"/>
                  </a:cubicBezTo>
                  <a:lnTo>
                    <a:pt x="110205" y="431894"/>
                  </a:lnTo>
                  <a:cubicBezTo>
                    <a:pt x="49341" y="431894"/>
                    <a:pt x="0" y="382554"/>
                    <a:pt x="0" y="321689"/>
                  </a:cubicBezTo>
                  <a:lnTo>
                    <a:pt x="0" y="110205"/>
                  </a:lnTo>
                  <a:cubicBezTo>
                    <a:pt x="0" y="49341"/>
                    <a:pt x="49341" y="0"/>
                    <a:pt x="110205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57150"/>
              <a:ext cx="888124" cy="374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Attendance Monitoring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663659" y="1311704"/>
            <a:ext cx="14960682" cy="108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799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Functional Requirements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25082" y="3252884"/>
            <a:ext cx="6645774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The system shall store complete books information</a:t>
            </a:r>
          </a:p>
          <a:p>
            <a:pPr algn="ctr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The system shall allow the librarian to edit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46201" y="5222874"/>
            <a:ext cx="6371152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The system shall allow users to search books by Book ID, keyword, or genre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10319" y="7088233"/>
            <a:ext cx="7219436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The system shall record library attendance through time in/time out</a:t>
            </a:r>
          </a:p>
          <a:p>
            <a:pPr algn="ctr">
              <a:lnSpc>
                <a:spcPts val="391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2998370" y="3870726"/>
            <a:ext cx="1351849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399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98370" y="5669021"/>
            <a:ext cx="1351849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399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98370" y="7467315"/>
            <a:ext cx="1351849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399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03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6795517" y="2551406"/>
            <a:ext cx="927565" cy="92756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64917" y="6038631"/>
            <a:ext cx="927565" cy="92756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85336">
            <a:off x="-1923273" y="2692515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515064">
            <a:off x="15160736" y="864362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49547" y="2885233"/>
            <a:ext cx="14388907" cy="6373067"/>
            <a:chOff x="0" y="0"/>
            <a:chExt cx="3638192" cy="1611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38192" cy="1611411"/>
            </a:xfrm>
            <a:custGeom>
              <a:avLst/>
              <a:gdLst/>
              <a:ahLst/>
              <a:cxnLst/>
              <a:rect r="r" b="b" t="t" l="l"/>
              <a:pathLst>
                <a:path h="1611411" w="3638192">
                  <a:moveTo>
                    <a:pt x="53805" y="0"/>
                  </a:moveTo>
                  <a:lnTo>
                    <a:pt x="3584387" y="0"/>
                  </a:lnTo>
                  <a:cubicBezTo>
                    <a:pt x="3598657" y="0"/>
                    <a:pt x="3612343" y="5669"/>
                    <a:pt x="3622433" y="15759"/>
                  </a:cubicBezTo>
                  <a:cubicBezTo>
                    <a:pt x="3632524" y="25849"/>
                    <a:pt x="3638192" y="39535"/>
                    <a:pt x="3638192" y="53805"/>
                  </a:cubicBezTo>
                  <a:lnTo>
                    <a:pt x="3638192" y="1557606"/>
                  </a:lnTo>
                  <a:cubicBezTo>
                    <a:pt x="3638192" y="1571876"/>
                    <a:pt x="3632524" y="1585562"/>
                    <a:pt x="3622433" y="1595652"/>
                  </a:cubicBezTo>
                  <a:cubicBezTo>
                    <a:pt x="3612343" y="1605742"/>
                    <a:pt x="3598657" y="1611411"/>
                    <a:pt x="3584387" y="1611411"/>
                  </a:cubicBezTo>
                  <a:lnTo>
                    <a:pt x="53805" y="1611411"/>
                  </a:lnTo>
                  <a:cubicBezTo>
                    <a:pt x="39535" y="1611411"/>
                    <a:pt x="25849" y="1605742"/>
                    <a:pt x="15759" y="1595652"/>
                  </a:cubicBezTo>
                  <a:cubicBezTo>
                    <a:pt x="5669" y="1585562"/>
                    <a:pt x="0" y="1571876"/>
                    <a:pt x="0" y="1557606"/>
                  </a:cubicBezTo>
                  <a:lnTo>
                    <a:pt x="0" y="53805"/>
                  </a:lnTo>
                  <a:cubicBezTo>
                    <a:pt x="0" y="39535"/>
                    <a:pt x="5669" y="25849"/>
                    <a:pt x="15759" y="15759"/>
                  </a:cubicBezTo>
                  <a:cubicBezTo>
                    <a:pt x="25849" y="5669"/>
                    <a:pt x="39535" y="0"/>
                    <a:pt x="53805" y="0"/>
                  </a:cubicBezTo>
                  <a:close/>
                </a:path>
              </a:pathLst>
            </a:custGeom>
            <a:solidFill>
              <a:srgbClr val="F4E8D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3638192" cy="1563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69823" y="3319559"/>
            <a:ext cx="7500427" cy="1708124"/>
            <a:chOff x="0" y="0"/>
            <a:chExt cx="1896461" cy="4318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96461" cy="431894"/>
            </a:xfrm>
            <a:custGeom>
              <a:avLst/>
              <a:gdLst/>
              <a:ahLst/>
              <a:cxnLst/>
              <a:rect r="r" b="b" t="t" l="l"/>
              <a:pathLst>
                <a:path h="431894" w="1896461">
                  <a:moveTo>
                    <a:pt x="51610" y="0"/>
                  </a:moveTo>
                  <a:lnTo>
                    <a:pt x="1844851" y="0"/>
                  </a:lnTo>
                  <a:cubicBezTo>
                    <a:pt x="1858539" y="0"/>
                    <a:pt x="1871666" y="5437"/>
                    <a:pt x="1881345" y="15116"/>
                  </a:cubicBezTo>
                  <a:cubicBezTo>
                    <a:pt x="1891023" y="24795"/>
                    <a:pt x="1896461" y="37922"/>
                    <a:pt x="1896461" y="51610"/>
                  </a:cubicBezTo>
                  <a:lnTo>
                    <a:pt x="1896461" y="380284"/>
                  </a:lnTo>
                  <a:cubicBezTo>
                    <a:pt x="1896461" y="393972"/>
                    <a:pt x="1891023" y="407099"/>
                    <a:pt x="1881345" y="416778"/>
                  </a:cubicBezTo>
                  <a:cubicBezTo>
                    <a:pt x="1871666" y="426457"/>
                    <a:pt x="1858539" y="431894"/>
                    <a:pt x="1844851" y="431894"/>
                  </a:cubicBezTo>
                  <a:lnTo>
                    <a:pt x="51610" y="431894"/>
                  </a:lnTo>
                  <a:cubicBezTo>
                    <a:pt x="37922" y="431894"/>
                    <a:pt x="24795" y="426457"/>
                    <a:pt x="15116" y="416778"/>
                  </a:cubicBezTo>
                  <a:cubicBezTo>
                    <a:pt x="5437" y="407099"/>
                    <a:pt x="0" y="393972"/>
                    <a:pt x="0" y="380284"/>
                  </a:cubicBezTo>
                  <a:lnTo>
                    <a:pt x="0" y="51610"/>
                  </a:lnTo>
                  <a:cubicBezTo>
                    <a:pt x="0" y="37922"/>
                    <a:pt x="5437" y="24795"/>
                    <a:pt x="15116" y="15116"/>
                  </a:cubicBezTo>
                  <a:cubicBezTo>
                    <a:pt x="24795" y="5437"/>
                    <a:pt x="37922" y="0"/>
                    <a:pt x="5161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1896461" cy="384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350220" y="3319559"/>
            <a:ext cx="3512495" cy="1708124"/>
            <a:chOff x="0" y="0"/>
            <a:chExt cx="888124" cy="4318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88124" cy="431894"/>
            </a:xfrm>
            <a:custGeom>
              <a:avLst/>
              <a:gdLst/>
              <a:ahLst/>
              <a:cxnLst/>
              <a:rect r="r" b="b" t="t" l="l"/>
              <a:pathLst>
                <a:path h="431894" w="888124">
                  <a:moveTo>
                    <a:pt x="110205" y="0"/>
                  </a:moveTo>
                  <a:lnTo>
                    <a:pt x="777919" y="0"/>
                  </a:lnTo>
                  <a:cubicBezTo>
                    <a:pt x="838783" y="0"/>
                    <a:pt x="888124" y="49341"/>
                    <a:pt x="888124" y="110205"/>
                  </a:cubicBezTo>
                  <a:lnTo>
                    <a:pt x="888124" y="321689"/>
                  </a:lnTo>
                  <a:cubicBezTo>
                    <a:pt x="888124" y="382554"/>
                    <a:pt x="838783" y="431894"/>
                    <a:pt x="777919" y="431894"/>
                  </a:cubicBezTo>
                  <a:lnTo>
                    <a:pt x="110205" y="431894"/>
                  </a:lnTo>
                  <a:cubicBezTo>
                    <a:pt x="49341" y="431894"/>
                    <a:pt x="0" y="382554"/>
                    <a:pt x="0" y="321689"/>
                  </a:cubicBezTo>
                  <a:lnTo>
                    <a:pt x="0" y="110205"/>
                  </a:lnTo>
                  <a:cubicBezTo>
                    <a:pt x="0" y="49341"/>
                    <a:pt x="49341" y="0"/>
                    <a:pt x="110205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888124" cy="374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Performance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69823" y="5141983"/>
            <a:ext cx="7500427" cy="1708124"/>
            <a:chOff x="0" y="0"/>
            <a:chExt cx="1896461" cy="4318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96461" cy="431894"/>
            </a:xfrm>
            <a:custGeom>
              <a:avLst/>
              <a:gdLst/>
              <a:ahLst/>
              <a:cxnLst/>
              <a:rect r="r" b="b" t="t" l="l"/>
              <a:pathLst>
                <a:path h="431894" w="1896461">
                  <a:moveTo>
                    <a:pt x="51610" y="0"/>
                  </a:moveTo>
                  <a:lnTo>
                    <a:pt x="1844851" y="0"/>
                  </a:lnTo>
                  <a:cubicBezTo>
                    <a:pt x="1858539" y="0"/>
                    <a:pt x="1871666" y="5437"/>
                    <a:pt x="1881345" y="15116"/>
                  </a:cubicBezTo>
                  <a:cubicBezTo>
                    <a:pt x="1891023" y="24795"/>
                    <a:pt x="1896461" y="37922"/>
                    <a:pt x="1896461" y="51610"/>
                  </a:cubicBezTo>
                  <a:lnTo>
                    <a:pt x="1896461" y="380284"/>
                  </a:lnTo>
                  <a:cubicBezTo>
                    <a:pt x="1896461" y="393972"/>
                    <a:pt x="1891023" y="407099"/>
                    <a:pt x="1881345" y="416778"/>
                  </a:cubicBezTo>
                  <a:cubicBezTo>
                    <a:pt x="1871666" y="426457"/>
                    <a:pt x="1858539" y="431894"/>
                    <a:pt x="1844851" y="431894"/>
                  </a:cubicBezTo>
                  <a:lnTo>
                    <a:pt x="51610" y="431894"/>
                  </a:lnTo>
                  <a:cubicBezTo>
                    <a:pt x="37922" y="431894"/>
                    <a:pt x="24795" y="426457"/>
                    <a:pt x="15116" y="416778"/>
                  </a:cubicBezTo>
                  <a:cubicBezTo>
                    <a:pt x="5437" y="407099"/>
                    <a:pt x="0" y="393972"/>
                    <a:pt x="0" y="380284"/>
                  </a:cubicBezTo>
                  <a:lnTo>
                    <a:pt x="0" y="51610"/>
                  </a:lnTo>
                  <a:cubicBezTo>
                    <a:pt x="0" y="37922"/>
                    <a:pt x="5437" y="24795"/>
                    <a:pt x="15116" y="15116"/>
                  </a:cubicBezTo>
                  <a:cubicBezTo>
                    <a:pt x="24795" y="5437"/>
                    <a:pt x="37922" y="0"/>
                    <a:pt x="5161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47625"/>
              <a:ext cx="1896461" cy="384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350220" y="5141983"/>
            <a:ext cx="3512495" cy="1708124"/>
            <a:chOff x="0" y="0"/>
            <a:chExt cx="888124" cy="4318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88124" cy="431894"/>
            </a:xfrm>
            <a:custGeom>
              <a:avLst/>
              <a:gdLst/>
              <a:ahLst/>
              <a:cxnLst/>
              <a:rect r="r" b="b" t="t" l="l"/>
              <a:pathLst>
                <a:path h="431894" w="888124">
                  <a:moveTo>
                    <a:pt x="110205" y="0"/>
                  </a:moveTo>
                  <a:lnTo>
                    <a:pt x="777919" y="0"/>
                  </a:lnTo>
                  <a:cubicBezTo>
                    <a:pt x="838783" y="0"/>
                    <a:pt x="888124" y="49341"/>
                    <a:pt x="888124" y="110205"/>
                  </a:cubicBezTo>
                  <a:lnTo>
                    <a:pt x="888124" y="321689"/>
                  </a:lnTo>
                  <a:cubicBezTo>
                    <a:pt x="888124" y="382554"/>
                    <a:pt x="838783" y="431894"/>
                    <a:pt x="777919" y="431894"/>
                  </a:cubicBezTo>
                  <a:lnTo>
                    <a:pt x="110205" y="431894"/>
                  </a:lnTo>
                  <a:cubicBezTo>
                    <a:pt x="49341" y="431894"/>
                    <a:pt x="0" y="382554"/>
                    <a:pt x="0" y="321689"/>
                  </a:cubicBezTo>
                  <a:lnTo>
                    <a:pt x="0" y="110205"/>
                  </a:lnTo>
                  <a:cubicBezTo>
                    <a:pt x="0" y="49341"/>
                    <a:pt x="49341" y="0"/>
                    <a:pt x="110205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57150"/>
              <a:ext cx="888124" cy="374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Availability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969823" y="6966196"/>
            <a:ext cx="7500427" cy="1708124"/>
            <a:chOff x="0" y="0"/>
            <a:chExt cx="1896461" cy="4318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96461" cy="431894"/>
            </a:xfrm>
            <a:custGeom>
              <a:avLst/>
              <a:gdLst/>
              <a:ahLst/>
              <a:cxnLst/>
              <a:rect r="r" b="b" t="t" l="l"/>
              <a:pathLst>
                <a:path h="431894" w="1896461">
                  <a:moveTo>
                    <a:pt x="51610" y="0"/>
                  </a:moveTo>
                  <a:lnTo>
                    <a:pt x="1844851" y="0"/>
                  </a:lnTo>
                  <a:cubicBezTo>
                    <a:pt x="1858539" y="0"/>
                    <a:pt x="1871666" y="5437"/>
                    <a:pt x="1881345" y="15116"/>
                  </a:cubicBezTo>
                  <a:cubicBezTo>
                    <a:pt x="1891023" y="24795"/>
                    <a:pt x="1896461" y="37922"/>
                    <a:pt x="1896461" y="51610"/>
                  </a:cubicBezTo>
                  <a:lnTo>
                    <a:pt x="1896461" y="380284"/>
                  </a:lnTo>
                  <a:cubicBezTo>
                    <a:pt x="1896461" y="393972"/>
                    <a:pt x="1891023" y="407099"/>
                    <a:pt x="1881345" y="416778"/>
                  </a:cubicBezTo>
                  <a:cubicBezTo>
                    <a:pt x="1871666" y="426457"/>
                    <a:pt x="1858539" y="431894"/>
                    <a:pt x="1844851" y="431894"/>
                  </a:cubicBezTo>
                  <a:lnTo>
                    <a:pt x="51610" y="431894"/>
                  </a:lnTo>
                  <a:cubicBezTo>
                    <a:pt x="37922" y="431894"/>
                    <a:pt x="24795" y="426457"/>
                    <a:pt x="15116" y="416778"/>
                  </a:cubicBezTo>
                  <a:cubicBezTo>
                    <a:pt x="5437" y="407099"/>
                    <a:pt x="0" y="393972"/>
                    <a:pt x="0" y="380284"/>
                  </a:cubicBezTo>
                  <a:lnTo>
                    <a:pt x="0" y="51610"/>
                  </a:lnTo>
                  <a:cubicBezTo>
                    <a:pt x="0" y="37922"/>
                    <a:pt x="5437" y="24795"/>
                    <a:pt x="15116" y="15116"/>
                  </a:cubicBezTo>
                  <a:cubicBezTo>
                    <a:pt x="24795" y="5437"/>
                    <a:pt x="37922" y="0"/>
                    <a:pt x="5161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47625"/>
              <a:ext cx="1896461" cy="384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350220" y="6966196"/>
            <a:ext cx="3512495" cy="1708124"/>
            <a:chOff x="0" y="0"/>
            <a:chExt cx="888124" cy="4318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88124" cy="431894"/>
            </a:xfrm>
            <a:custGeom>
              <a:avLst/>
              <a:gdLst/>
              <a:ahLst/>
              <a:cxnLst/>
              <a:rect r="r" b="b" t="t" l="l"/>
              <a:pathLst>
                <a:path h="431894" w="888124">
                  <a:moveTo>
                    <a:pt x="110205" y="0"/>
                  </a:moveTo>
                  <a:lnTo>
                    <a:pt x="777919" y="0"/>
                  </a:lnTo>
                  <a:cubicBezTo>
                    <a:pt x="838783" y="0"/>
                    <a:pt x="888124" y="49341"/>
                    <a:pt x="888124" y="110205"/>
                  </a:cubicBezTo>
                  <a:lnTo>
                    <a:pt x="888124" y="321689"/>
                  </a:lnTo>
                  <a:cubicBezTo>
                    <a:pt x="888124" y="382554"/>
                    <a:pt x="838783" y="431894"/>
                    <a:pt x="777919" y="431894"/>
                  </a:cubicBezTo>
                  <a:lnTo>
                    <a:pt x="110205" y="431894"/>
                  </a:lnTo>
                  <a:cubicBezTo>
                    <a:pt x="49341" y="431894"/>
                    <a:pt x="0" y="382554"/>
                    <a:pt x="0" y="321689"/>
                  </a:cubicBezTo>
                  <a:lnTo>
                    <a:pt x="0" y="110205"/>
                  </a:lnTo>
                  <a:cubicBezTo>
                    <a:pt x="0" y="49341"/>
                    <a:pt x="49341" y="0"/>
                    <a:pt x="110205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57150"/>
              <a:ext cx="888124" cy="374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Reliability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663659" y="1311704"/>
            <a:ext cx="14960682" cy="108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799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Non-Functional Requirements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35396" y="3896126"/>
            <a:ext cx="664577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Fast system response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572707" y="5694420"/>
            <a:ext cx="637115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System accessible all the time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10319" y="7516858"/>
            <a:ext cx="7219436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Accurate and consistent data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98370" y="3870726"/>
            <a:ext cx="1351849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399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98370" y="5669021"/>
            <a:ext cx="1351849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399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02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6795517" y="2551406"/>
            <a:ext cx="927565" cy="927565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64917" y="6038631"/>
            <a:ext cx="927565" cy="92756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2998370" y="7465435"/>
            <a:ext cx="1351849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399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79795" y="3272194"/>
            <a:ext cx="10528410" cy="6614146"/>
            <a:chOff x="0" y="0"/>
            <a:chExt cx="2662077" cy="16723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2077" cy="1672367"/>
            </a:xfrm>
            <a:custGeom>
              <a:avLst/>
              <a:gdLst/>
              <a:ahLst/>
              <a:cxnLst/>
              <a:rect r="r" b="b" t="t" l="l"/>
              <a:pathLst>
                <a:path h="1672367" w="2662077">
                  <a:moveTo>
                    <a:pt x="36767" y="0"/>
                  </a:moveTo>
                  <a:lnTo>
                    <a:pt x="2625310" y="0"/>
                  </a:lnTo>
                  <a:cubicBezTo>
                    <a:pt x="2645616" y="0"/>
                    <a:pt x="2662077" y="16461"/>
                    <a:pt x="2662077" y="36767"/>
                  </a:cubicBezTo>
                  <a:lnTo>
                    <a:pt x="2662077" y="1635601"/>
                  </a:lnTo>
                  <a:cubicBezTo>
                    <a:pt x="2662077" y="1655906"/>
                    <a:pt x="2645616" y="1672367"/>
                    <a:pt x="2625310" y="1672367"/>
                  </a:cubicBezTo>
                  <a:lnTo>
                    <a:pt x="36767" y="1672367"/>
                  </a:lnTo>
                  <a:cubicBezTo>
                    <a:pt x="16461" y="1672367"/>
                    <a:pt x="0" y="1655906"/>
                    <a:pt x="0" y="1635601"/>
                  </a:cubicBezTo>
                  <a:lnTo>
                    <a:pt x="0" y="36767"/>
                  </a:lnTo>
                  <a:cubicBezTo>
                    <a:pt x="0" y="16461"/>
                    <a:pt x="16461" y="0"/>
                    <a:pt x="36767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62077" cy="1624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368779" y="3738445"/>
            <a:ext cx="9550442" cy="5519855"/>
          </a:xfrm>
          <a:custGeom>
            <a:avLst/>
            <a:gdLst/>
            <a:ahLst/>
            <a:cxnLst/>
            <a:rect r="r" b="b" t="t" l="l"/>
            <a:pathLst>
              <a:path h="5519855" w="9550442">
                <a:moveTo>
                  <a:pt x="0" y="0"/>
                </a:moveTo>
                <a:lnTo>
                  <a:pt x="9550442" y="0"/>
                </a:lnTo>
                <a:lnTo>
                  <a:pt x="9550442" y="5519855"/>
                </a:lnTo>
                <a:lnTo>
                  <a:pt x="0" y="55198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554264" y="789978"/>
            <a:ext cx="11179473" cy="130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Use Case Diagram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26925" y="5446404"/>
            <a:ext cx="4334656" cy="23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20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Student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86220" y="3786070"/>
            <a:ext cx="4334656" cy="23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20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Librarian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79795" y="3272194"/>
            <a:ext cx="10528410" cy="6614146"/>
            <a:chOff x="0" y="0"/>
            <a:chExt cx="2662077" cy="16723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2077" cy="1672367"/>
            </a:xfrm>
            <a:custGeom>
              <a:avLst/>
              <a:gdLst/>
              <a:ahLst/>
              <a:cxnLst/>
              <a:rect r="r" b="b" t="t" l="l"/>
              <a:pathLst>
                <a:path h="1672367" w="2662077">
                  <a:moveTo>
                    <a:pt x="36767" y="0"/>
                  </a:moveTo>
                  <a:lnTo>
                    <a:pt x="2625310" y="0"/>
                  </a:lnTo>
                  <a:cubicBezTo>
                    <a:pt x="2645616" y="0"/>
                    <a:pt x="2662077" y="16461"/>
                    <a:pt x="2662077" y="36767"/>
                  </a:cubicBezTo>
                  <a:lnTo>
                    <a:pt x="2662077" y="1635601"/>
                  </a:lnTo>
                  <a:cubicBezTo>
                    <a:pt x="2662077" y="1655906"/>
                    <a:pt x="2645616" y="1672367"/>
                    <a:pt x="2625310" y="1672367"/>
                  </a:cubicBezTo>
                  <a:lnTo>
                    <a:pt x="36767" y="1672367"/>
                  </a:lnTo>
                  <a:cubicBezTo>
                    <a:pt x="16461" y="1672367"/>
                    <a:pt x="0" y="1655906"/>
                    <a:pt x="0" y="1635601"/>
                  </a:cubicBezTo>
                  <a:lnTo>
                    <a:pt x="0" y="36767"/>
                  </a:lnTo>
                  <a:cubicBezTo>
                    <a:pt x="0" y="16461"/>
                    <a:pt x="16461" y="0"/>
                    <a:pt x="36767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62077" cy="1624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977848" y="4116255"/>
            <a:ext cx="10332304" cy="4926026"/>
          </a:xfrm>
          <a:custGeom>
            <a:avLst/>
            <a:gdLst/>
            <a:ahLst/>
            <a:cxnLst/>
            <a:rect r="r" b="b" t="t" l="l"/>
            <a:pathLst>
              <a:path h="4926026" w="10332304">
                <a:moveTo>
                  <a:pt x="0" y="0"/>
                </a:moveTo>
                <a:lnTo>
                  <a:pt x="10332304" y="0"/>
                </a:lnTo>
                <a:lnTo>
                  <a:pt x="10332304" y="4926025"/>
                </a:lnTo>
                <a:lnTo>
                  <a:pt x="0" y="49260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554264" y="789978"/>
            <a:ext cx="11179473" cy="130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High Level Design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79795" y="3272194"/>
            <a:ext cx="10528410" cy="6614146"/>
            <a:chOff x="0" y="0"/>
            <a:chExt cx="2662077" cy="16723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2077" cy="1672367"/>
            </a:xfrm>
            <a:custGeom>
              <a:avLst/>
              <a:gdLst/>
              <a:ahLst/>
              <a:cxnLst/>
              <a:rect r="r" b="b" t="t" l="l"/>
              <a:pathLst>
                <a:path h="1672367" w="2662077">
                  <a:moveTo>
                    <a:pt x="36767" y="0"/>
                  </a:moveTo>
                  <a:lnTo>
                    <a:pt x="2625310" y="0"/>
                  </a:lnTo>
                  <a:cubicBezTo>
                    <a:pt x="2645616" y="0"/>
                    <a:pt x="2662077" y="16461"/>
                    <a:pt x="2662077" y="36767"/>
                  </a:cubicBezTo>
                  <a:lnTo>
                    <a:pt x="2662077" y="1635601"/>
                  </a:lnTo>
                  <a:cubicBezTo>
                    <a:pt x="2662077" y="1655906"/>
                    <a:pt x="2645616" y="1672367"/>
                    <a:pt x="2625310" y="1672367"/>
                  </a:cubicBezTo>
                  <a:lnTo>
                    <a:pt x="36767" y="1672367"/>
                  </a:lnTo>
                  <a:cubicBezTo>
                    <a:pt x="16461" y="1672367"/>
                    <a:pt x="0" y="1655906"/>
                    <a:pt x="0" y="1635601"/>
                  </a:cubicBezTo>
                  <a:lnTo>
                    <a:pt x="0" y="36767"/>
                  </a:lnTo>
                  <a:cubicBezTo>
                    <a:pt x="0" y="16461"/>
                    <a:pt x="16461" y="0"/>
                    <a:pt x="36767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62077" cy="1624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881636" y="3550583"/>
            <a:ext cx="8524729" cy="6057369"/>
          </a:xfrm>
          <a:custGeom>
            <a:avLst/>
            <a:gdLst/>
            <a:ahLst/>
            <a:cxnLst/>
            <a:rect r="r" b="b" t="t" l="l"/>
            <a:pathLst>
              <a:path h="6057369" w="8524729">
                <a:moveTo>
                  <a:pt x="0" y="0"/>
                </a:moveTo>
                <a:lnTo>
                  <a:pt x="8524728" y="0"/>
                </a:lnTo>
                <a:lnTo>
                  <a:pt x="8524728" y="6057369"/>
                </a:lnTo>
                <a:lnTo>
                  <a:pt x="0" y="60573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554264" y="789978"/>
            <a:ext cx="11179473" cy="24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Unified Modeling Language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79795" y="3272194"/>
            <a:ext cx="10528410" cy="6614146"/>
            <a:chOff x="0" y="0"/>
            <a:chExt cx="2662077" cy="16723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2077" cy="1672367"/>
            </a:xfrm>
            <a:custGeom>
              <a:avLst/>
              <a:gdLst/>
              <a:ahLst/>
              <a:cxnLst/>
              <a:rect r="r" b="b" t="t" l="l"/>
              <a:pathLst>
                <a:path h="1672367" w="2662077">
                  <a:moveTo>
                    <a:pt x="36767" y="0"/>
                  </a:moveTo>
                  <a:lnTo>
                    <a:pt x="2625310" y="0"/>
                  </a:lnTo>
                  <a:cubicBezTo>
                    <a:pt x="2645616" y="0"/>
                    <a:pt x="2662077" y="16461"/>
                    <a:pt x="2662077" y="36767"/>
                  </a:cubicBezTo>
                  <a:lnTo>
                    <a:pt x="2662077" y="1635601"/>
                  </a:lnTo>
                  <a:cubicBezTo>
                    <a:pt x="2662077" y="1655906"/>
                    <a:pt x="2645616" y="1672367"/>
                    <a:pt x="2625310" y="1672367"/>
                  </a:cubicBezTo>
                  <a:lnTo>
                    <a:pt x="36767" y="1672367"/>
                  </a:lnTo>
                  <a:cubicBezTo>
                    <a:pt x="16461" y="1672367"/>
                    <a:pt x="0" y="1655906"/>
                    <a:pt x="0" y="1635601"/>
                  </a:cubicBezTo>
                  <a:lnTo>
                    <a:pt x="0" y="36767"/>
                  </a:lnTo>
                  <a:cubicBezTo>
                    <a:pt x="0" y="16461"/>
                    <a:pt x="16461" y="0"/>
                    <a:pt x="36767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62077" cy="1624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289032" y="3542270"/>
            <a:ext cx="9709937" cy="6073995"/>
          </a:xfrm>
          <a:custGeom>
            <a:avLst/>
            <a:gdLst/>
            <a:ahLst/>
            <a:cxnLst/>
            <a:rect r="r" b="b" t="t" l="l"/>
            <a:pathLst>
              <a:path h="6073995" w="9709937">
                <a:moveTo>
                  <a:pt x="0" y="0"/>
                </a:moveTo>
                <a:lnTo>
                  <a:pt x="9709936" y="0"/>
                </a:lnTo>
                <a:lnTo>
                  <a:pt x="9709936" y="6073995"/>
                </a:lnTo>
                <a:lnTo>
                  <a:pt x="0" y="60739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554264" y="789978"/>
            <a:ext cx="11179473" cy="130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Sequence Diagram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79795" y="3272194"/>
            <a:ext cx="10528410" cy="6614146"/>
            <a:chOff x="0" y="0"/>
            <a:chExt cx="2662077" cy="16723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2077" cy="1672367"/>
            </a:xfrm>
            <a:custGeom>
              <a:avLst/>
              <a:gdLst/>
              <a:ahLst/>
              <a:cxnLst/>
              <a:rect r="r" b="b" t="t" l="l"/>
              <a:pathLst>
                <a:path h="1672367" w="2662077">
                  <a:moveTo>
                    <a:pt x="36767" y="0"/>
                  </a:moveTo>
                  <a:lnTo>
                    <a:pt x="2625310" y="0"/>
                  </a:lnTo>
                  <a:cubicBezTo>
                    <a:pt x="2645616" y="0"/>
                    <a:pt x="2662077" y="16461"/>
                    <a:pt x="2662077" y="36767"/>
                  </a:cubicBezTo>
                  <a:lnTo>
                    <a:pt x="2662077" y="1635601"/>
                  </a:lnTo>
                  <a:cubicBezTo>
                    <a:pt x="2662077" y="1655906"/>
                    <a:pt x="2645616" y="1672367"/>
                    <a:pt x="2625310" y="1672367"/>
                  </a:cubicBezTo>
                  <a:lnTo>
                    <a:pt x="36767" y="1672367"/>
                  </a:lnTo>
                  <a:cubicBezTo>
                    <a:pt x="16461" y="1672367"/>
                    <a:pt x="0" y="1655906"/>
                    <a:pt x="0" y="1635601"/>
                  </a:cubicBezTo>
                  <a:lnTo>
                    <a:pt x="0" y="36767"/>
                  </a:lnTo>
                  <a:cubicBezTo>
                    <a:pt x="0" y="16461"/>
                    <a:pt x="16461" y="0"/>
                    <a:pt x="36767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662077" cy="1624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372896" y="4007020"/>
            <a:ext cx="9542209" cy="5144495"/>
          </a:xfrm>
          <a:custGeom>
            <a:avLst/>
            <a:gdLst/>
            <a:ahLst/>
            <a:cxnLst/>
            <a:rect r="r" b="b" t="t" l="l"/>
            <a:pathLst>
              <a:path h="5144495" w="9542209">
                <a:moveTo>
                  <a:pt x="0" y="0"/>
                </a:moveTo>
                <a:lnTo>
                  <a:pt x="9542208" y="0"/>
                </a:lnTo>
                <a:lnTo>
                  <a:pt x="9542208" y="5144495"/>
                </a:lnTo>
                <a:lnTo>
                  <a:pt x="0" y="51444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554264" y="789978"/>
            <a:ext cx="11179473" cy="130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Low Level Design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5552539" y="3406501"/>
            <a:ext cx="8569654" cy="6880499"/>
            <a:chOff x="0" y="0"/>
            <a:chExt cx="7467600" cy="59956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0"/>
              <a:stretch>
                <a:fillRect l="-1537" t="0" r="-1537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880102" y="789978"/>
            <a:ext cx="9914528" cy="24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System Interface Design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80102" y="789978"/>
            <a:ext cx="9914528" cy="24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System Interface Design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552539" y="3406501"/>
            <a:ext cx="8569654" cy="6880499"/>
            <a:chOff x="0" y="0"/>
            <a:chExt cx="7467600" cy="5995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0"/>
              <a:stretch>
                <a:fillRect l="-1655" t="0" r="-1655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80102" y="789978"/>
            <a:ext cx="9914528" cy="24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System Interface Design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552539" y="3406501"/>
            <a:ext cx="8569654" cy="6880499"/>
            <a:chOff x="0" y="0"/>
            <a:chExt cx="7467600" cy="5995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0"/>
              <a:stretch>
                <a:fillRect l="-1494" t="0" r="-1494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80102" y="789978"/>
            <a:ext cx="9914528" cy="24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System Interface Design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552539" y="3406501"/>
            <a:ext cx="8569654" cy="6880499"/>
            <a:chOff x="0" y="0"/>
            <a:chExt cx="7467600" cy="5995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0"/>
              <a:stretch>
                <a:fillRect l="-1494" t="0" r="-1494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80102" y="789978"/>
            <a:ext cx="9914528" cy="24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System Interface Design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552539" y="3406501"/>
            <a:ext cx="8569654" cy="6880499"/>
            <a:chOff x="0" y="0"/>
            <a:chExt cx="7467600" cy="5995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0"/>
              <a:stretch>
                <a:fillRect l="-1494" t="0" r="-1494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80102" y="789978"/>
            <a:ext cx="9914528" cy="24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System Interface Design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552539" y="3406501"/>
            <a:ext cx="8569654" cy="6880499"/>
            <a:chOff x="0" y="0"/>
            <a:chExt cx="7467600" cy="5995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0"/>
              <a:stretch>
                <a:fillRect l="-1494" t="0" r="-1494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80102" y="789978"/>
            <a:ext cx="9914528" cy="24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System Interface Design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552539" y="3406501"/>
            <a:ext cx="8569654" cy="6880499"/>
            <a:chOff x="0" y="0"/>
            <a:chExt cx="7467600" cy="5995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0"/>
              <a:stretch>
                <a:fillRect l="-1494" t="0" r="-1494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80102" y="789978"/>
            <a:ext cx="9914528" cy="24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System Interface Design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552539" y="3406501"/>
            <a:ext cx="8569654" cy="6880499"/>
            <a:chOff x="0" y="0"/>
            <a:chExt cx="7467600" cy="5995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0"/>
              <a:stretch>
                <a:fillRect l="-1494" t="0" r="-1494" b="0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80102" y="789978"/>
            <a:ext cx="9914528" cy="24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System Interface Design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552539" y="3406501"/>
            <a:ext cx="8569654" cy="6880499"/>
            <a:chOff x="0" y="0"/>
            <a:chExt cx="7467600" cy="5995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0"/>
              <a:stretch>
                <a:fillRect l="-1537" t="0" r="-1537" b="0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80102" y="789978"/>
            <a:ext cx="9914528" cy="24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System Interface Design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552539" y="3406501"/>
            <a:ext cx="8569654" cy="6880499"/>
            <a:chOff x="0" y="0"/>
            <a:chExt cx="7467600" cy="5995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0"/>
              <a:stretch>
                <a:fillRect l="-1537" t="0" r="-1537" b="0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80102" y="789978"/>
            <a:ext cx="9914528" cy="24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System Interface Design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552539" y="3406501"/>
            <a:ext cx="8569654" cy="6880499"/>
            <a:chOff x="0" y="0"/>
            <a:chExt cx="7467600" cy="5995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0"/>
              <a:stretch>
                <a:fillRect l="-1494" t="0" r="-1494" b="0"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80102" y="789978"/>
            <a:ext cx="9914528" cy="24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System Interface Design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552539" y="3406501"/>
            <a:ext cx="8569654" cy="6880499"/>
            <a:chOff x="0" y="0"/>
            <a:chExt cx="7467600" cy="5995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0"/>
              <a:stretch>
                <a:fillRect l="-1494" t="0" r="-1494" b="0"/>
              </a:stretch>
            </a:blipFill>
          </p:spPr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80102" y="789978"/>
            <a:ext cx="9914528" cy="24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System Interface Design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552539" y="3406501"/>
            <a:ext cx="8569654" cy="6880499"/>
            <a:chOff x="0" y="0"/>
            <a:chExt cx="7467600" cy="5995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0"/>
              <a:stretch>
                <a:fillRect l="-1494" t="0" r="-1494" b="0"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80102" y="789978"/>
            <a:ext cx="9914528" cy="24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System Interface Design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552539" y="3406501"/>
            <a:ext cx="8569654" cy="6880499"/>
            <a:chOff x="0" y="0"/>
            <a:chExt cx="7467600" cy="5995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0"/>
              <a:stretch>
                <a:fillRect l="-1494" t="0" r="-1494" b="0"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80102" y="789978"/>
            <a:ext cx="9914528" cy="24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System Interface Design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552539" y="3406501"/>
            <a:ext cx="8569654" cy="6880499"/>
            <a:chOff x="0" y="0"/>
            <a:chExt cx="7467600" cy="5995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0"/>
              <a:stretch>
                <a:fillRect l="-1494" t="0" r="-1494" b="0"/>
              </a:stretch>
            </a:blipFill>
          </p:spPr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01832">
            <a:off x="13575313" y="353912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85821">
            <a:off x="-1923273" y="-1629203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34709" y="3502480"/>
            <a:ext cx="4416284" cy="5755820"/>
          </a:xfrm>
          <a:custGeom>
            <a:avLst/>
            <a:gdLst/>
            <a:ahLst/>
            <a:cxnLst/>
            <a:rect r="r" b="b" t="t" l="l"/>
            <a:pathLst>
              <a:path h="5755820" w="4416284">
                <a:moveTo>
                  <a:pt x="0" y="0"/>
                </a:moveTo>
                <a:lnTo>
                  <a:pt x="4416284" y="0"/>
                </a:lnTo>
                <a:lnTo>
                  <a:pt x="4416284" y="5755820"/>
                </a:lnTo>
                <a:lnTo>
                  <a:pt x="0" y="5755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784658" y="1028700"/>
            <a:ext cx="3641360" cy="7792794"/>
          </a:xfrm>
          <a:custGeom>
            <a:avLst/>
            <a:gdLst/>
            <a:ahLst/>
            <a:cxnLst/>
            <a:rect r="r" b="b" t="t" l="l"/>
            <a:pathLst>
              <a:path h="7792794" w="3641360">
                <a:moveTo>
                  <a:pt x="0" y="7792794"/>
                </a:moveTo>
                <a:lnTo>
                  <a:pt x="3641360" y="7792794"/>
                </a:lnTo>
                <a:lnTo>
                  <a:pt x="3641360" y="0"/>
                </a:lnTo>
                <a:lnTo>
                  <a:pt x="0" y="0"/>
                </a:lnTo>
                <a:lnTo>
                  <a:pt x="0" y="779279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7949" y="1767853"/>
            <a:ext cx="2137953" cy="1504341"/>
          </a:xfrm>
          <a:custGeom>
            <a:avLst/>
            <a:gdLst/>
            <a:ahLst/>
            <a:cxnLst/>
            <a:rect r="r" b="b" t="t" l="l"/>
            <a:pathLst>
              <a:path h="1504341" w="2137953">
                <a:moveTo>
                  <a:pt x="0" y="0"/>
                </a:moveTo>
                <a:lnTo>
                  <a:pt x="2137953" y="0"/>
                </a:lnTo>
                <a:lnTo>
                  <a:pt x="2137953" y="1504341"/>
                </a:lnTo>
                <a:lnTo>
                  <a:pt x="0" y="1504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4010" y="5398779"/>
            <a:ext cx="927565" cy="9275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20875" y="8330735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80102" y="789978"/>
            <a:ext cx="9914528" cy="248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104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System Interface Design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5552539" y="3406501"/>
            <a:ext cx="8569654" cy="6880499"/>
            <a:chOff x="0" y="0"/>
            <a:chExt cx="7467600" cy="5995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0"/>
              <a:stretch>
                <a:fillRect l="-1494" t="0" r="-1494" b="0"/>
              </a:stretch>
            </a:blipFill>
          </p:spPr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40229" cy="8175286"/>
          </a:xfrm>
          <a:custGeom>
            <a:avLst/>
            <a:gdLst/>
            <a:ahLst/>
            <a:cxnLst/>
            <a:rect r="r" b="b" t="t" l="l"/>
            <a:pathLst>
              <a:path h="8175286" w="6540229">
                <a:moveTo>
                  <a:pt x="0" y="0"/>
                </a:moveTo>
                <a:lnTo>
                  <a:pt x="6540229" y="0"/>
                </a:lnTo>
                <a:lnTo>
                  <a:pt x="6540229" y="8175286"/>
                </a:lnTo>
                <a:lnTo>
                  <a:pt x="0" y="8175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76525" y="3215757"/>
            <a:ext cx="12982775" cy="6042543"/>
            <a:chOff x="0" y="0"/>
            <a:chExt cx="3282656" cy="15278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82656" cy="1527839"/>
            </a:xfrm>
            <a:custGeom>
              <a:avLst/>
              <a:gdLst/>
              <a:ahLst/>
              <a:cxnLst/>
              <a:rect r="r" b="b" t="t" l="l"/>
              <a:pathLst>
                <a:path h="1527839" w="3282656">
                  <a:moveTo>
                    <a:pt x="53669" y="0"/>
                  </a:moveTo>
                  <a:lnTo>
                    <a:pt x="3228987" y="0"/>
                  </a:lnTo>
                  <a:cubicBezTo>
                    <a:pt x="3243221" y="0"/>
                    <a:pt x="3256872" y="5654"/>
                    <a:pt x="3266937" y="15719"/>
                  </a:cubicBezTo>
                  <a:cubicBezTo>
                    <a:pt x="3277002" y="25784"/>
                    <a:pt x="3282656" y="39435"/>
                    <a:pt x="3282656" y="53669"/>
                  </a:cubicBezTo>
                  <a:lnTo>
                    <a:pt x="3282656" y="1474170"/>
                  </a:lnTo>
                  <a:cubicBezTo>
                    <a:pt x="3282656" y="1503811"/>
                    <a:pt x="3258628" y="1527839"/>
                    <a:pt x="3228987" y="1527839"/>
                  </a:cubicBezTo>
                  <a:lnTo>
                    <a:pt x="53669" y="1527839"/>
                  </a:lnTo>
                  <a:cubicBezTo>
                    <a:pt x="24028" y="1527839"/>
                    <a:pt x="0" y="1503811"/>
                    <a:pt x="0" y="1474170"/>
                  </a:cubicBezTo>
                  <a:lnTo>
                    <a:pt x="0" y="53669"/>
                  </a:lnTo>
                  <a:cubicBezTo>
                    <a:pt x="0" y="24028"/>
                    <a:pt x="24028" y="0"/>
                    <a:pt x="5366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82656" cy="1565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230863" y="3968850"/>
            <a:ext cx="4676130" cy="3485843"/>
          </a:xfrm>
          <a:custGeom>
            <a:avLst/>
            <a:gdLst/>
            <a:ahLst/>
            <a:cxnLst/>
            <a:rect r="r" b="b" t="t" l="l"/>
            <a:pathLst>
              <a:path h="3485843" w="4676130">
                <a:moveTo>
                  <a:pt x="0" y="0"/>
                </a:moveTo>
                <a:lnTo>
                  <a:pt x="4676131" y="0"/>
                </a:lnTo>
                <a:lnTo>
                  <a:pt x="4676131" y="3485842"/>
                </a:lnTo>
                <a:lnTo>
                  <a:pt x="0" y="3485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767912" y="1688431"/>
            <a:ext cx="5793602" cy="108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8799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Conclusion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3300756">
            <a:off x="13265755" y="3182470"/>
            <a:ext cx="4930476" cy="13155510"/>
          </a:xfrm>
          <a:custGeom>
            <a:avLst/>
            <a:gdLst/>
            <a:ahLst/>
            <a:cxnLst/>
            <a:rect r="r" b="b" t="t" l="l"/>
            <a:pathLst>
              <a:path h="13155510" w="4930476">
                <a:moveTo>
                  <a:pt x="0" y="0"/>
                </a:moveTo>
                <a:lnTo>
                  <a:pt x="4930476" y="0"/>
                </a:lnTo>
                <a:lnTo>
                  <a:pt x="4930476" y="13155510"/>
                </a:lnTo>
                <a:lnTo>
                  <a:pt x="0" y="13155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485821">
            <a:off x="-2387336" y="-1457347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7" y="0"/>
                </a:lnTo>
                <a:lnTo>
                  <a:pt x="3846547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795517" y="4263055"/>
            <a:ext cx="927565" cy="9275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071565" y="3158607"/>
            <a:ext cx="6888524" cy="6045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242622"/>
                </a:solidFill>
                <a:latin typeface="Solway"/>
                <a:ea typeface="Solway"/>
                <a:cs typeface="Solway"/>
                <a:sym typeface="Solway"/>
              </a:rPr>
              <a:t>In conclusion, the Library Management Information System (MIS) streamlines book searches and check-in/check-out processes with features like a user-friendly interface and real-time tracking, enhancing both staff efficiency and user satisfaction. The "Curio" feature adds engaging announcement, event and trivia, making the library experience more interactive and encouraging exploration.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44000" y="7682429"/>
            <a:ext cx="927565" cy="92756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76799">
            <a:off x="-1923273" y="1932169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28451" y="1028700"/>
            <a:ext cx="13431098" cy="8229600"/>
          </a:xfrm>
          <a:custGeom>
            <a:avLst/>
            <a:gdLst/>
            <a:ahLst/>
            <a:cxnLst/>
            <a:rect r="r" b="b" t="t" l="l"/>
            <a:pathLst>
              <a:path h="8229600" w="13431098">
                <a:moveTo>
                  <a:pt x="0" y="0"/>
                </a:moveTo>
                <a:lnTo>
                  <a:pt x="13431098" y="0"/>
                </a:lnTo>
                <a:lnTo>
                  <a:pt x="1343109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498524" y="2763238"/>
            <a:ext cx="7813039" cy="4861619"/>
            <a:chOff x="0" y="0"/>
            <a:chExt cx="1975504" cy="12292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75504" cy="1229246"/>
            </a:xfrm>
            <a:custGeom>
              <a:avLst/>
              <a:gdLst/>
              <a:ahLst/>
              <a:cxnLst/>
              <a:rect r="r" b="b" t="t" l="l"/>
              <a:pathLst>
                <a:path h="1229246" w="1975504">
                  <a:moveTo>
                    <a:pt x="49545" y="0"/>
                  </a:moveTo>
                  <a:lnTo>
                    <a:pt x="1925959" y="0"/>
                  </a:lnTo>
                  <a:cubicBezTo>
                    <a:pt x="1953322" y="0"/>
                    <a:pt x="1975504" y="22182"/>
                    <a:pt x="1975504" y="49545"/>
                  </a:cubicBezTo>
                  <a:lnTo>
                    <a:pt x="1975504" y="1179701"/>
                  </a:lnTo>
                  <a:cubicBezTo>
                    <a:pt x="1975504" y="1207064"/>
                    <a:pt x="1953322" y="1229246"/>
                    <a:pt x="1925959" y="1229246"/>
                  </a:cubicBezTo>
                  <a:lnTo>
                    <a:pt x="49545" y="1229246"/>
                  </a:lnTo>
                  <a:cubicBezTo>
                    <a:pt x="22182" y="1229246"/>
                    <a:pt x="0" y="1207064"/>
                    <a:pt x="0" y="1179701"/>
                  </a:cubicBezTo>
                  <a:lnTo>
                    <a:pt x="0" y="49545"/>
                  </a:lnTo>
                  <a:cubicBezTo>
                    <a:pt x="0" y="22182"/>
                    <a:pt x="22182" y="0"/>
                    <a:pt x="495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1975504" cy="1181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076326" y="3844290"/>
            <a:ext cx="8657435" cy="272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0"/>
              </a:lnSpc>
            </a:pPr>
            <a:r>
              <a:rPr lang="en-US" sz="47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HENDRIX, NIÑO EMMANUEL</a:t>
            </a:r>
          </a:p>
          <a:p>
            <a:pPr algn="ctr">
              <a:lnSpc>
                <a:spcPts val="4230"/>
              </a:lnSpc>
            </a:pPr>
            <a:r>
              <a:rPr lang="en-US" sz="47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LASALA, NEHCTER JADE</a:t>
            </a:r>
          </a:p>
          <a:p>
            <a:pPr algn="ctr">
              <a:lnSpc>
                <a:spcPts val="4230"/>
              </a:lnSpc>
            </a:pPr>
            <a:r>
              <a:rPr lang="en-US" sz="47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REDONDO, JERICK ANGELO</a:t>
            </a:r>
          </a:p>
          <a:p>
            <a:pPr algn="ctr">
              <a:lnSpc>
                <a:spcPts val="4230"/>
              </a:lnSpc>
            </a:pPr>
            <a:r>
              <a:rPr lang="en-US" sz="47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SUGUITAN, JOHN IRVYNE</a:t>
            </a:r>
          </a:p>
          <a:p>
            <a:pPr algn="ctr">
              <a:lnSpc>
                <a:spcPts val="4230"/>
              </a:lnSpc>
            </a:pPr>
            <a:r>
              <a:rPr lang="en-US" sz="47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WICO, SHEILA MAE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244925" y="7323173"/>
            <a:ext cx="1229249" cy="122924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2293347">
            <a:off x="15336027" y="-3685131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82167" y="3914251"/>
            <a:ext cx="1229249" cy="122924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076326" y="2651413"/>
            <a:ext cx="8657435" cy="638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5000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PRESENTED BY: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76799">
            <a:off x="-1923273" y="1932169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28451" y="1028700"/>
            <a:ext cx="13431098" cy="8229600"/>
          </a:xfrm>
          <a:custGeom>
            <a:avLst/>
            <a:gdLst/>
            <a:ahLst/>
            <a:cxnLst/>
            <a:rect r="r" b="b" t="t" l="l"/>
            <a:pathLst>
              <a:path h="8229600" w="13431098">
                <a:moveTo>
                  <a:pt x="0" y="0"/>
                </a:moveTo>
                <a:lnTo>
                  <a:pt x="13431098" y="0"/>
                </a:lnTo>
                <a:lnTo>
                  <a:pt x="1343109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498524" y="2763238"/>
            <a:ext cx="7813039" cy="4861619"/>
            <a:chOff x="0" y="0"/>
            <a:chExt cx="1975504" cy="12292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75504" cy="1229246"/>
            </a:xfrm>
            <a:custGeom>
              <a:avLst/>
              <a:gdLst/>
              <a:ahLst/>
              <a:cxnLst/>
              <a:rect r="r" b="b" t="t" l="l"/>
              <a:pathLst>
                <a:path h="1229246" w="1975504">
                  <a:moveTo>
                    <a:pt x="49545" y="0"/>
                  </a:moveTo>
                  <a:lnTo>
                    <a:pt x="1925959" y="0"/>
                  </a:lnTo>
                  <a:cubicBezTo>
                    <a:pt x="1953322" y="0"/>
                    <a:pt x="1975504" y="22182"/>
                    <a:pt x="1975504" y="49545"/>
                  </a:cubicBezTo>
                  <a:lnTo>
                    <a:pt x="1975504" y="1179701"/>
                  </a:lnTo>
                  <a:cubicBezTo>
                    <a:pt x="1975504" y="1207064"/>
                    <a:pt x="1953322" y="1229246"/>
                    <a:pt x="1925959" y="1229246"/>
                  </a:cubicBezTo>
                  <a:lnTo>
                    <a:pt x="49545" y="1229246"/>
                  </a:lnTo>
                  <a:cubicBezTo>
                    <a:pt x="22182" y="1229246"/>
                    <a:pt x="0" y="1207064"/>
                    <a:pt x="0" y="1179701"/>
                  </a:cubicBezTo>
                  <a:lnTo>
                    <a:pt x="0" y="49545"/>
                  </a:lnTo>
                  <a:cubicBezTo>
                    <a:pt x="0" y="22182"/>
                    <a:pt x="22182" y="0"/>
                    <a:pt x="495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1975504" cy="1181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007234" y="3623198"/>
            <a:ext cx="6795620" cy="3440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64"/>
              </a:lnSpc>
            </a:pPr>
            <a:r>
              <a:rPr lang="en-US" sz="14405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THANK YOU!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244925" y="7323173"/>
            <a:ext cx="1229249" cy="122924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2293347">
            <a:off x="15336027" y="-3685131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6" y="0"/>
                </a:lnTo>
                <a:lnTo>
                  <a:pt x="3846546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82167" y="3914251"/>
            <a:ext cx="1229249" cy="122924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DAG9pW3boQQ</dc:identifier>
  <dcterms:modified xsi:type="dcterms:W3CDTF">2011-08-01T06:04:30Z</dcterms:modified>
  <cp:revision>1</cp:revision>
  <dc:title>COSC75 PPT</dc:title>
</cp:coreProperties>
</file>